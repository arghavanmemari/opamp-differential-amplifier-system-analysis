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3" r:id="rId6"/>
    <p:sldId id="264" r:id="rId7"/>
    <p:sldId id="282" r:id="rId8"/>
    <p:sldId id="274" r:id="rId9"/>
    <p:sldId id="270" r:id="rId10"/>
    <p:sldId id="271" r:id="rId11"/>
    <p:sldId id="279" r:id="rId12"/>
    <p:sldId id="278" r:id="rId13"/>
    <p:sldId id="275" r:id="rId14"/>
    <p:sldId id="265" r:id="rId15"/>
    <p:sldId id="266" r:id="rId16"/>
    <p:sldId id="267" r:id="rId17"/>
    <p:sldId id="276" r:id="rId18"/>
    <p:sldId id="268" r:id="rId19"/>
    <p:sldId id="269" r:id="rId20"/>
    <p:sldId id="287" r:id="rId21"/>
    <p:sldId id="285" r:id="rId22"/>
    <p:sldId id="286" r:id="rId23"/>
    <p:sldId id="283" r:id="rId24"/>
    <p:sldId id="284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8" autoAdjust="0"/>
    <p:restoredTop sz="94660"/>
  </p:normalViewPr>
  <p:slideViewPr>
    <p:cSldViewPr>
      <p:cViewPr>
        <p:scale>
          <a:sx n="72" d="100"/>
          <a:sy n="72" d="100"/>
        </p:scale>
        <p:origin x="1526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ECC9F7-30B8-4A3B-BCBB-3730C1349AE7}" type="doc">
      <dgm:prSet loTypeId="urn:microsoft.com/office/officeart/2008/layout/LinedList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8DDC51B-50B3-43DA-8C87-59E852211F02}">
      <dgm:prSet/>
      <dgm:spPr/>
      <dgm:t>
        <a:bodyPr/>
        <a:lstStyle/>
        <a:p>
          <a:pPr rtl="1"/>
          <a:r>
            <a:rPr lang="fa-IR"/>
            <a:t>شماتیک</a:t>
          </a:r>
          <a:endParaRPr lang="en-US"/>
        </a:p>
      </dgm:t>
    </dgm:pt>
    <dgm:pt modelId="{8EC0142B-D519-487D-AD96-953CAD02DF5A}" type="parTrans" cxnId="{66C781CB-C5F5-4E32-996E-50421063C7B9}">
      <dgm:prSet/>
      <dgm:spPr/>
      <dgm:t>
        <a:bodyPr/>
        <a:lstStyle/>
        <a:p>
          <a:endParaRPr lang="en-US"/>
        </a:p>
      </dgm:t>
    </dgm:pt>
    <dgm:pt modelId="{46082881-04EA-45E0-8E4A-9D6288668408}" type="sibTrans" cxnId="{66C781CB-C5F5-4E32-996E-50421063C7B9}">
      <dgm:prSet/>
      <dgm:spPr/>
      <dgm:t>
        <a:bodyPr/>
        <a:lstStyle/>
        <a:p>
          <a:endParaRPr lang="en-US"/>
        </a:p>
      </dgm:t>
    </dgm:pt>
    <dgm:pt modelId="{259BF307-C083-4F75-B913-37E0BD83C8B3}">
      <dgm:prSet/>
      <dgm:spPr/>
      <dgm:t>
        <a:bodyPr/>
        <a:lstStyle/>
        <a:p>
          <a:pPr rtl="1"/>
          <a:r>
            <a:rPr lang="fa-IR"/>
            <a:t>پاسخ ورودی صفر </a:t>
          </a:r>
          <a:endParaRPr lang="en-US"/>
        </a:p>
      </dgm:t>
    </dgm:pt>
    <dgm:pt modelId="{385B59ED-3BF2-45EB-8899-ABDCAED1DC3A}" type="parTrans" cxnId="{74247C55-DCC8-4BE2-9F17-90725FD01FE3}">
      <dgm:prSet/>
      <dgm:spPr/>
      <dgm:t>
        <a:bodyPr/>
        <a:lstStyle/>
        <a:p>
          <a:endParaRPr lang="en-US"/>
        </a:p>
      </dgm:t>
    </dgm:pt>
    <dgm:pt modelId="{FBCE9EC1-F2E4-4C61-9370-82087B6E9AA6}" type="sibTrans" cxnId="{74247C55-DCC8-4BE2-9F17-90725FD01FE3}">
      <dgm:prSet/>
      <dgm:spPr/>
      <dgm:t>
        <a:bodyPr/>
        <a:lstStyle/>
        <a:p>
          <a:endParaRPr lang="en-US"/>
        </a:p>
      </dgm:t>
    </dgm:pt>
    <dgm:pt modelId="{95891824-3DB3-4484-852F-7D1F9A20FA6D}">
      <dgm:prSet/>
      <dgm:spPr/>
      <dgm:t>
        <a:bodyPr/>
        <a:lstStyle/>
        <a:p>
          <a:pPr rtl="1"/>
          <a:r>
            <a:rPr lang="fa-IR"/>
            <a:t>فرکانس های طبیعی</a:t>
          </a:r>
          <a:endParaRPr lang="en-US"/>
        </a:p>
      </dgm:t>
    </dgm:pt>
    <dgm:pt modelId="{E88B008D-5C34-4D82-A9CF-C3053A25FC2A}" type="parTrans" cxnId="{AAD8DFA2-43FD-48B8-A7A9-1F94912755FE}">
      <dgm:prSet/>
      <dgm:spPr/>
      <dgm:t>
        <a:bodyPr/>
        <a:lstStyle/>
        <a:p>
          <a:endParaRPr lang="en-US"/>
        </a:p>
      </dgm:t>
    </dgm:pt>
    <dgm:pt modelId="{4CFAD40E-9F7D-4DBD-AFBA-F69614BB13BE}" type="sibTrans" cxnId="{AAD8DFA2-43FD-48B8-A7A9-1F94912755FE}">
      <dgm:prSet/>
      <dgm:spPr/>
      <dgm:t>
        <a:bodyPr/>
        <a:lstStyle/>
        <a:p>
          <a:endParaRPr lang="en-US"/>
        </a:p>
      </dgm:t>
    </dgm:pt>
    <dgm:pt modelId="{F774F319-0372-4585-B6C1-28C243C2191A}">
      <dgm:prSet/>
      <dgm:spPr/>
      <dgm:t>
        <a:bodyPr/>
        <a:lstStyle/>
        <a:p>
          <a:pPr rtl="1"/>
          <a:r>
            <a:rPr lang="fa-IR" dirty="0"/>
            <a:t>پاسخ پله </a:t>
          </a:r>
          <a:endParaRPr lang="en-US" dirty="0"/>
        </a:p>
      </dgm:t>
    </dgm:pt>
    <dgm:pt modelId="{98A479E0-74F3-4261-A140-9B9959B2E14F}" type="parTrans" cxnId="{6E61E4C7-33F7-4F61-BF8D-9A04E792A47F}">
      <dgm:prSet/>
      <dgm:spPr/>
      <dgm:t>
        <a:bodyPr/>
        <a:lstStyle/>
        <a:p>
          <a:endParaRPr lang="en-US"/>
        </a:p>
      </dgm:t>
    </dgm:pt>
    <dgm:pt modelId="{5A92B957-00C1-4245-A1B7-25BA9C60637D}" type="sibTrans" cxnId="{6E61E4C7-33F7-4F61-BF8D-9A04E792A47F}">
      <dgm:prSet/>
      <dgm:spPr/>
      <dgm:t>
        <a:bodyPr/>
        <a:lstStyle/>
        <a:p>
          <a:endParaRPr lang="en-US"/>
        </a:p>
      </dgm:t>
    </dgm:pt>
    <dgm:pt modelId="{1EC191C4-2C3C-497D-888D-449FC537ED5E}">
      <dgm:prSet/>
      <dgm:spPr/>
      <dgm:t>
        <a:bodyPr/>
        <a:lstStyle/>
        <a:p>
          <a:pPr rtl="1"/>
          <a:r>
            <a:rPr lang="fa-IR"/>
            <a:t>پاسخ ضربه</a:t>
          </a:r>
          <a:endParaRPr lang="en-US"/>
        </a:p>
      </dgm:t>
    </dgm:pt>
    <dgm:pt modelId="{5CD65125-9EE8-4974-B51A-124E1E6AAFB6}" type="parTrans" cxnId="{D8FD8DEA-1400-426A-92DA-75783CAEEC19}">
      <dgm:prSet/>
      <dgm:spPr/>
      <dgm:t>
        <a:bodyPr/>
        <a:lstStyle/>
        <a:p>
          <a:endParaRPr lang="en-US"/>
        </a:p>
      </dgm:t>
    </dgm:pt>
    <dgm:pt modelId="{248EF706-AB3B-48E8-A071-8237DDB5220D}" type="sibTrans" cxnId="{D8FD8DEA-1400-426A-92DA-75783CAEEC19}">
      <dgm:prSet/>
      <dgm:spPr/>
      <dgm:t>
        <a:bodyPr/>
        <a:lstStyle/>
        <a:p>
          <a:endParaRPr lang="en-US"/>
        </a:p>
      </dgm:t>
    </dgm:pt>
    <dgm:pt modelId="{DD3421B3-D287-4D81-8567-874DC4D17414}">
      <dgm:prSet/>
      <dgm:spPr/>
      <dgm:t>
        <a:bodyPr/>
        <a:lstStyle/>
        <a:p>
          <a:pPr rtl="1"/>
          <a:r>
            <a:rPr lang="fa-IR"/>
            <a:t>معادلات حالت</a:t>
          </a:r>
          <a:endParaRPr lang="en-US"/>
        </a:p>
      </dgm:t>
    </dgm:pt>
    <dgm:pt modelId="{51962E12-CA00-43DB-91ED-E9B61E457F65}" type="parTrans" cxnId="{9EA1598D-AD73-4507-AA77-5464190551B5}">
      <dgm:prSet/>
      <dgm:spPr/>
      <dgm:t>
        <a:bodyPr/>
        <a:lstStyle/>
        <a:p>
          <a:endParaRPr lang="en-US"/>
        </a:p>
      </dgm:t>
    </dgm:pt>
    <dgm:pt modelId="{C3471981-11FC-438F-8591-621DA47956C0}" type="sibTrans" cxnId="{9EA1598D-AD73-4507-AA77-5464190551B5}">
      <dgm:prSet/>
      <dgm:spPr/>
      <dgm:t>
        <a:bodyPr/>
        <a:lstStyle/>
        <a:p>
          <a:endParaRPr lang="en-US"/>
        </a:p>
      </dgm:t>
    </dgm:pt>
    <dgm:pt modelId="{AF9542F2-427B-4B81-930F-6621399C0310}">
      <dgm:prSet/>
      <dgm:spPr/>
      <dgm:t>
        <a:bodyPr/>
        <a:lstStyle/>
        <a:p>
          <a:pPr rtl="1"/>
          <a:r>
            <a:rPr lang="fa-IR" dirty="0"/>
            <a:t>حالت دایمی سینوسی</a:t>
          </a:r>
          <a:endParaRPr lang="en-US" dirty="0"/>
        </a:p>
      </dgm:t>
    </dgm:pt>
    <dgm:pt modelId="{E7254D1C-207D-4379-95BB-196FB3A82FBD}" type="parTrans" cxnId="{A404EB12-CCD0-48B3-AAB2-C0D2F4AF98BF}">
      <dgm:prSet/>
      <dgm:spPr/>
      <dgm:t>
        <a:bodyPr/>
        <a:lstStyle/>
        <a:p>
          <a:endParaRPr lang="en-US"/>
        </a:p>
      </dgm:t>
    </dgm:pt>
    <dgm:pt modelId="{D22D24EB-1C9C-4140-A802-0D3DB212844B}" type="sibTrans" cxnId="{A404EB12-CCD0-48B3-AAB2-C0D2F4AF98BF}">
      <dgm:prSet/>
      <dgm:spPr/>
      <dgm:t>
        <a:bodyPr/>
        <a:lstStyle/>
        <a:p>
          <a:endParaRPr lang="en-US"/>
        </a:p>
      </dgm:t>
    </dgm:pt>
    <dgm:pt modelId="{AE43918B-2420-4079-8844-B507496CBCDD}">
      <dgm:prSet/>
      <dgm:spPr/>
      <dgm:t>
        <a:bodyPr/>
        <a:lstStyle/>
        <a:p>
          <a:pPr rtl="1"/>
          <a:r>
            <a:rPr lang="en-US" dirty="0" err="1">
              <a:latin typeface="+mj-lt"/>
              <a:ea typeface="+mj-ea"/>
              <a:cs typeface="+mj-cs"/>
            </a:rPr>
            <a:t>امپدانس</a:t>
          </a:r>
          <a:r>
            <a:rPr lang="en-US" dirty="0">
              <a:latin typeface="+mj-lt"/>
              <a:ea typeface="+mj-ea"/>
              <a:cs typeface="+mj-cs"/>
            </a:rPr>
            <a:t> و </a:t>
          </a:r>
          <a:r>
            <a:rPr lang="en-US" dirty="0" err="1">
              <a:latin typeface="+mj-lt"/>
              <a:ea typeface="+mj-ea"/>
              <a:cs typeface="+mj-cs"/>
            </a:rPr>
            <a:t>ادمیتانس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en-US" dirty="0" err="1">
              <a:latin typeface="+mj-lt"/>
              <a:ea typeface="+mj-ea"/>
              <a:cs typeface="+mj-cs"/>
            </a:rPr>
            <a:t>دیده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en-US" dirty="0" err="1">
              <a:latin typeface="+mj-lt"/>
              <a:ea typeface="+mj-ea"/>
              <a:cs typeface="+mj-cs"/>
            </a:rPr>
            <a:t>شده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fa-IR" dirty="0"/>
            <a:t>از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en-US" dirty="0" err="1">
              <a:latin typeface="+mj-lt"/>
              <a:ea typeface="+mj-ea"/>
              <a:cs typeface="+mj-cs"/>
            </a:rPr>
            <a:t>دو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en-US" dirty="0" err="1">
              <a:latin typeface="+mj-lt"/>
              <a:ea typeface="+mj-ea"/>
              <a:cs typeface="+mj-cs"/>
            </a:rPr>
            <a:t>سر</a:t>
          </a:r>
          <a:r>
            <a:rPr lang="en-US" dirty="0">
              <a:latin typeface="+mj-lt"/>
              <a:ea typeface="+mj-ea"/>
              <a:cs typeface="+mj-cs"/>
            </a:rPr>
            <a:t> </a:t>
          </a:r>
          <a:r>
            <a:rPr lang="fa-IR" dirty="0">
              <a:latin typeface="+mj-lt"/>
              <a:ea typeface="+mj-ea"/>
              <a:cs typeface="+mj-cs"/>
            </a:rPr>
            <a:t>منبع</a:t>
          </a:r>
          <a:br>
            <a:rPr lang="en-US" dirty="0">
              <a:latin typeface="+mj-lt"/>
              <a:ea typeface="+mj-ea"/>
              <a:cs typeface="+mj-cs"/>
            </a:rPr>
          </a:br>
          <a:endParaRPr lang="en-US" dirty="0"/>
        </a:p>
      </dgm:t>
    </dgm:pt>
    <dgm:pt modelId="{A5B7AC42-4DDA-4DAD-9EF9-12A8F90A2599}" type="parTrans" cxnId="{A48561B9-A46C-4C49-A04C-9901D962C064}">
      <dgm:prSet/>
      <dgm:spPr/>
      <dgm:t>
        <a:bodyPr/>
        <a:lstStyle/>
        <a:p>
          <a:endParaRPr lang="en-US"/>
        </a:p>
      </dgm:t>
    </dgm:pt>
    <dgm:pt modelId="{93135EAC-6680-4BCB-AA03-728856C9AF0F}" type="sibTrans" cxnId="{A48561B9-A46C-4C49-A04C-9901D962C064}">
      <dgm:prSet/>
      <dgm:spPr/>
      <dgm:t>
        <a:bodyPr/>
        <a:lstStyle/>
        <a:p>
          <a:endParaRPr lang="en-US"/>
        </a:p>
      </dgm:t>
    </dgm:pt>
    <dgm:pt modelId="{3923ED80-64F7-470D-B0E9-B3A5736F70A7}">
      <dgm:prSet/>
      <dgm:spPr/>
      <dgm:t>
        <a:bodyPr/>
        <a:lstStyle/>
        <a:p>
          <a:pPr rtl="1"/>
          <a:r>
            <a:rPr lang="fa-IR" dirty="0"/>
            <a:t>توان و بازدهی</a:t>
          </a:r>
          <a:endParaRPr lang="en-US" dirty="0"/>
        </a:p>
      </dgm:t>
    </dgm:pt>
    <dgm:pt modelId="{FA119DE9-3C5B-4E4D-B7AE-FBB8778766C5}" type="parTrans" cxnId="{878DB27B-7D46-4725-A57D-9730764FFB61}">
      <dgm:prSet/>
      <dgm:spPr/>
      <dgm:t>
        <a:bodyPr/>
        <a:lstStyle/>
        <a:p>
          <a:endParaRPr lang="en-US"/>
        </a:p>
      </dgm:t>
    </dgm:pt>
    <dgm:pt modelId="{AD17F076-99A6-47CD-B509-37C294BAF6DB}" type="sibTrans" cxnId="{878DB27B-7D46-4725-A57D-9730764FFB61}">
      <dgm:prSet/>
      <dgm:spPr/>
      <dgm:t>
        <a:bodyPr/>
        <a:lstStyle/>
        <a:p>
          <a:endParaRPr lang="en-US"/>
        </a:p>
      </dgm:t>
    </dgm:pt>
    <dgm:pt modelId="{8E0533B0-7996-44ED-A9DC-C66F78044FA8}" type="pres">
      <dgm:prSet presAssocID="{B4ECC9F7-30B8-4A3B-BCBB-3730C1349AE7}" presName="vert0" presStyleCnt="0">
        <dgm:presLayoutVars>
          <dgm:dir/>
          <dgm:animOne val="branch"/>
          <dgm:animLvl val="lvl"/>
        </dgm:presLayoutVars>
      </dgm:prSet>
      <dgm:spPr/>
    </dgm:pt>
    <dgm:pt modelId="{E0461F79-EF3A-4B8C-A679-C18A2A1BE28A}" type="pres">
      <dgm:prSet presAssocID="{A8DDC51B-50B3-43DA-8C87-59E852211F02}" presName="thickLine" presStyleLbl="alignNode1" presStyleIdx="0" presStyleCnt="9"/>
      <dgm:spPr/>
    </dgm:pt>
    <dgm:pt modelId="{05A19CDB-6A5E-4D63-8124-2AF3FA0BEE98}" type="pres">
      <dgm:prSet presAssocID="{A8DDC51B-50B3-43DA-8C87-59E852211F02}" presName="horz1" presStyleCnt="0"/>
      <dgm:spPr/>
    </dgm:pt>
    <dgm:pt modelId="{8D1982BD-924F-4A96-A94C-35EDAB91C451}" type="pres">
      <dgm:prSet presAssocID="{A8DDC51B-50B3-43DA-8C87-59E852211F02}" presName="tx1" presStyleLbl="revTx" presStyleIdx="0" presStyleCnt="9"/>
      <dgm:spPr/>
    </dgm:pt>
    <dgm:pt modelId="{28DEFA57-B300-40FE-B981-6B1AC772C963}" type="pres">
      <dgm:prSet presAssocID="{A8DDC51B-50B3-43DA-8C87-59E852211F02}" presName="vert1" presStyleCnt="0"/>
      <dgm:spPr/>
    </dgm:pt>
    <dgm:pt modelId="{B41FBA6A-44BD-45CE-B885-C0F9372B676C}" type="pres">
      <dgm:prSet presAssocID="{259BF307-C083-4F75-B913-37E0BD83C8B3}" presName="thickLine" presStyleLbl="alignNode1" presStyleIdx="1" presStyleCnt="9"/>
      <dgm:spPr/>
    </dgm:pt>
    <dgm:pt modelId="{7142A7E7-A7E8-471F-A60E-E3F946E9521C}" type="pres">
      <dgm:prSet presAssocID="{259BF307-C083-4F75-B913-37E0BD83C8B3}" presName="horz1" presStyleCnt="0"/>
      <dgm:spPr/>
    </dgm:pt>
    <dgm:pt modelId="{56BD832D-3C71-4898-B015-A54989E85DBC}" type="pres">
      <dgm:prSet presAssocID="{259BF307-C083-4F75-B913-37E0BD83C8B3}" presName="tx1" presStyleLbl="revTx" presStyleIdx="1" presStyleCnt="9"/>
      <dgm:spPr/>
    </dgm:pt>
    <dgm:pt modelId="{A2B6B850-CFF0-4BC7-B54C-7A2935194CEA}" type="pres">
      <dgm:prSet presAssocID="{259BF307-C083-4F75-B913-37E0BD83C8B3}" presName="vert1" presStyleCnt="0"/>
      <dgm:spPr/>
    </dgm:pt>
    <dgm:pt modelId="{C80D2FF8-25FE-4BAC-B995-7F5CA49BE163}" type="pres">
      <dgm:prSet presAssocID="{95891824-3DB3-4484-852F-7D1F9A20FA6D}" presName="thickLine" presStyleLbl="alignNode1" presStyleIdx="2" presStyleCnt="9"/>
      <dgm:spPr/>
    </dgm:pt>
    <dgm:pt modelId="{F06B3BFE-2DED-4FC2-BD5D-CE237C7E3639}" type="pres">
      <dgm:prSet presAssocID="{95891824-3DB3-4484-852F-7D1F9A20FA6D}" presName="horz1" presStyleCnt="0"/>
      <dgm:spPr/>
    </dgm:pt>
    <dgm:pt modelId="{4BAA8182-076B-4427-AD02-D4C02D3D0CF0}" type="pres">
      <dgm:prSet presAssocID="{95891824-3DB3-4484-852F-7D1F9A20FA6D}" presName="tx1" presStyleLbl="revTx" presStyleIdx="2" presStyleCnt="9"/>
      <dgm:spPr/>
    </dgm:pt>
    <dgm:pt modelId="{1B108B15-0275-42E3-BF51-C5B65B3E0439}" type="pres">
      <dgm:prSet presAssocID="{95891824-3DB3-4484-852F-7D1F9A20FA6D}" presName="vert1" presStyleCnt="0"/>
      <dgm:spPr/>
    </dgm:pt>
    <dgm:pt modelId="{46AE0B05-B20E-4D0A-A3AD-C2E3AB6905AA}" type="pres">
      <dgm:prSet presAssocID="{F774F319-0372-4585-B6C1-28C243C2191A}" presName="thickLine" presStyleLbl="alignNode1" presStyleIdx="3" presStyleCnt="9"/>
      <dgm:spPr/>
    </dgm:pt>
    <dgm:pt modelId="{722F05BD-886F-4C36-9B84-BFE06C2A9A90}" type="pres">
      <dgm:prSet presAssocID="{F774F319-0372-4585-B6C1-28C243C2191A}" presName="horz1" presStyleCnt="0"/>
      <dgm:spPr/>
    </dgm:pt>
    <dgm:pt modelId="{FC747EFB-CD2F-4FE8-944A-13306B36EA94}" type="pres">
      <dgm:prSet presAssocID="{F774F319-0372-4585-B6C1-28C243C2191A}" presName="tx1" presStyleLbl="revTx" presStyleIdx="3" presStyleCnt="9"/>
      <dgm:spPr/>
    </dgm:pt>
    <dgm:pt modelId="{D782903A-E25C-468C-B9DC-25752FB5C5F2}" type="pres">
      <dgm:prSet presAssocID="{F774F319-0372-4585-B6C1-28C243C2191A}" presName="vert1" presStyleCnt="0"/>
      <dgm:spPr/>
    </dgm:pt>
    <dgm:pt modelId="{7E5EA45E-5730-4981-B103-F96B3C2F82D0}" type="pres">
      <dgm:prSet presAssocID="{1EC191C4-2C3C-497D-888D-449FC537ED5E}" presName="thickLine" presStyleLbl="alignNode1" presStyleIdx="4" presStyleCnt="9"/>
      <dgm:spPr/>
    </dgm:pt>
    <dgm:pt modelId="{53F8A0E9-F019-44AE-B521-9605D8EA6DDB}" type="pres">
      <dgm:prSet presAssocID="{1EC191C4-2C3C-497D-888D-449FC537ED5E}" presName="horz1" presStyleCnt="0"/>
      <dgm:spPr/>
    </dgm:pt>
    <dgm:pt modelId="{3D7DF773-1FAA-4F3A-BBAB-3405D38FB408}" type="pres">
      <dgm:prSet presAssocID="{1EC191C4-2C3C-497D-888D-449FC537ED5E}" presName="tx1" presStyleLbl="revTx" presStyleIdx="4" presStyleCnt="9"/>
      <dgm:spPr/>
    </dgm:pt>
    <dgm:pt modelId="{20BA59F4-AE30-4A50-9E0E-21B92468399B}" type="pres">
      <dgm:prSet presAssocID="{1EC191C4-2C3C-497D-888D-449FC537ED5E}" presName="vert1" presStyleCnt="0"/>
      <dgm:spPr/>
    </dgm:pt>
    <dgm:pt modelId="{2D866B3C-74B1-4B4F-85FD-A70D5DBA9B1D}" type="pres">
      <dgm:prSet presAssocID="{DD3421B3-D287-4D81-8567-874DC4D17414}" presName="thickLine" presStyleLbl="alignNode1" presStyleIdx="5" presStyleCnt="9"/>
      <dgm:spPr/>
    </dgm:pt>
    <dgm:pt modelId="{2B18AC51-DAAF-405F-98B5-D1C93EBFAF3A}" type="pres">
      <dgm:prSet presAssocID="{DD3421B3-D287-4D81-8567-874DC4D17414}" presName="horz1" presStyleCnt="0"/>
      <dgm:spPr/>
    </dgm:pt>
    <dgm:pt modelId="{E6714D1B-D446-4131-BFBD-4DC5D58545F8}" type="pres">
      <dgm:prSet presAssocID="{DD3421B3-D287-4D81-8567-874DC4D17414}" presName="tx1" presStyleLbl="revTx" presStyleIdx="5" presStyleCnt="9"/>
      <dgm:spPr/>
    </dgm:pt>
    <dgm:pt modelId="{A7269595-3C1F-4DEB-983E-E8E8D03A3056}" type="pres">
      <dgm:prSet presAssocID="{DD3421B3-D287-4D81-8567-874DC4D17414}" presName="vert1" presStyleCnt="0"/>
      <dgm:spPr/>
    </dgm:pt>
    <dgm:pt modelId="{32BB7DB0-666A-4E68-84D5-55BA00573FBE}" type="pres">
      <dgm:prSet presAssocID="{AF9542F2-427B-4B81-930F-6621399C0310}" presName="thickLine" presStyleLbl="alignNode1" presStyleIdx="6" presStyleCnt="9"/>
      <dgm:spPr/>
    </dgm:pt>
    <dgm:pt modelId="{582E2503-4EFF-4F9D-BB82-56C138B85C08}" type="pres">
      <dgm:prSet presAssocID="{AF9542F2-427B-4B81-930F-6621399C0310}" presName="horz1" presStyleCnt="0"/>
      <dgm:spPr/>
    </dgm:pt>
    <dgm:pt modelId="{6406D9C6-6E23-4739-8323-EB1C7DD57749}" type="pres">
      <dgm:prSet presAssocID="{AF9542F2-427B-4B81-930F-6621399C0310}" presName="tx1" presStyleLbl="revTx" presStyleIdx="6" presStyleCnt="9"/>
      <dgm:spPr/>
    </dgm:pt>
    <dgm:pt modelId="{4A5C05EE-65E6-4E77-9988-D4350E607A84}" type="pres">
      <dgm:prSet presAssocID="{AF9542F2-427B-4B81-930F-6621399C0310}" presName="vert1" presStyleCnt="0"/>
      <dgm:spPr/>
    </dgm:pt>
    <dgm:pt modelId="{CBC35B5F-9A0C-4791-8B59-27E48B70276D}" type="pres">
      <dgm:prSet presAssocID="{AE43918B-2420-4079-8844-B507496CBCDD}" presName="thickLine" presStyleLbl="alignNode1" presStyleIdx="7" presStyleCnt="9"/>
      <dgm:spPr/>
    </dgm:pt>
    <dgm:pt modelId="{DE314DAD-A7E1-4578-B3DD-79F5C7752D3F}" type="pres">
      <dgm:prSet presAssocID="{AE43918B-2420-4079-8844-B507496CBCDD}" presName="horz1" presStyleCnt="0"/>
      <dgm:spPr/>
    </dgm:pt>
    <dgm:pt modelId="{41530534-627A-474A-8965-7F82C4CD35D4}" type="pres">
      <dgm:prSet presAssocID="{AE43918B-2420-4079-8844-B507496CBCDD}" presName="tx1" presStyleLbl="revTx" presStyleIdx="7" presStyleCnt="9"/>
      <dgm:spPr/>
    </dgm:pt>
    <dgm:pt modelId="{5E378A6C-93A8-47B8-B8D0-F14D4A07817D}" type="pres">
      <dgm:prSet presAssocID="{AE43918B-2420-4079-8844-B507496CBCDD}" presName="vert1" presStyleCnt="0"/>
      <dgm:spPr/>
    </dgm:pt>
    <dgm:pt modelId="{3F015493-921A-4320-B329-4BF66C3E7AFF}" type="pres">
      <dgm:prSet presAssocID="{3923ED80-64F7-470D-B0E9-B3A5736F70A7}" presName="thickLine" presStyleLbl="alignNode1" presStyleIdx="8" presStyleCnt="9"/>
      <dgm:spPr/>
    </dgm:pt>
    <dgm:pt modelId="{84802614-9316-4D5A-85DB-9F17F176B29A}" type="pres">
      <dgm:prSet presAssocID="{3923ED80-64F7-470D-B0E9-B3A5736F70A7}" presName="horz1" presStyleCnt="0"/>
      <dgm:spPr/>
    </dgm:pt>
    <dgm:pt modelId="{3FA2D5B3-1ED5-4396-B6BE-6517E62DB26D}" type="pres">
      <dgm:prSet presAssocID="{3923ED80-64F7-470D-B0E9-B3A5736F70A7}" presName="tx1" presStyleLbl="revTx" presStyleIdx="8" presStyleCnt="9"/>
      <dgm:spPr/>
    </dgm:pt>
    <dgm:pt modelId="{08FDE55F-AE10-4FEB-8809-4A2B006F565A}" type="pres">
      <dgm:prSet presAssocID="{3923ED80-64F7-470D-B0E9-B3A5736F70A7}" presName="vert1" presStyleCnt="0"/>
      <dgm:spPr/>
    </dgm:pt>
  </dgm:ptLst>
  <dgm:cxnLst>
    <dgm:cxn modelId="{6E406105-B690-461B-85B1-D87DB952ABDE}" type="presOf" srcId="{1EC191C4-2C3C-497D-888D-449FC537ED5E}" destId="{3D7DF773-1FAA-4F3A-BBAB-3405D38FB408}" srcOrd="0" destOrd="0" presId="urn:microsoft.com/office/officeart/2008/layout/LinedList"/>
    <dgm:cxn modelId="{EAE80A0C-494A-4AE8-BB46-CB541C2C55D9}" type="presOf" srcId="{3923ED80-64F7-470D-B0E9-B3A5736F70A7}" destId="{3FA2D5B3-1ED5-4396-B6BE-6517E62DB26D}" srcOrd="0" destOrd="0" presId="urn:microsoft.com/office/officeart/2008/layout/LinedList"/>
    <dgm:cxn modelId="{907BC712-3756-48FA-ABF3-2AEA496C1F4D}" type="presOf" srcId="{95891824-3DB3-4484-852F-7D1F9A20FA6D}" destId="{4BAA8182-076B-4427-AD02-D4C02D3D0CF0}" srcOrd="0" destOrd="0" presId="urn:microsoft.com/office/officeart/2008/layout/LinedList"/>
    <dgm:cxn modelId="{A404EB12-CCD0-48B3-AAB2-C0D2F4AF98BF}" srcId="{B4ECC9F7-30B8-4A3B-BCBB-3730C1349AE7}" destId="{AF9542F2-427B-4B81-930F-6621399C0310}" srcOrd="6" destOrd="0" parTransId="{E7254D1C-207D-4379-95BB-196FB3A82FBD}" sibTransId="{D22D24EB-1C9C-4140-A802-0D3DB212844B}"/>
    <dgm:cxn modelId="{74247C55-DCC8-4BE2-9F17-90725FD01FE3}" srcId="{B4ECC9F7-30B8-4A3B-BCBB-3730C1349AE7}" destId="{259BF307-C083-4F75-B913-37E0BD83C8B3}" srcOrd="1" destOrd="0" parTransId="{385B59ED-3BF2-45EB-8899-ABDCAED1DC3A}" sibTransId="{FBCE9EC1-F2E4-4C61-9370-82087B6E9AA6}"/>
    <dgm:cxn modelId="{C638C159-D93A-4F80-9755-BD078A6D170A}" type="presOf" srcId="{F774F319-0372-4585-B6C1-28C243C2191A}" destId="{FC747EFB-CD2F-4FE8-944A-13306B36EA94}" srcOrd="0" destOrd="0" presId="urn:microsoft.com/office/officeart/2008/layout/LinedList"/>
    <dgm:cxn modelId="{878DB27B-7D46-4725-A57D-9730764FFB61}" srcId="{B4ECC9F7-30B8-4A3B-BCBB-3730C1349AE7}" destId="{3923ED80-64F7-470D-B0E9-B3A5736F70A7}" srcOrd="8" destOrd="0" parTransId="{FA119DE9-3C5B-4E4D-B7AE-FBB8778766C5}" sibTransId="{AD17F076-99A6-47CD-B509-37C294BAF6DB}"/>
    <dgm:cxn modelId="{9EA1598D-AD73-4507-AA77-5464190551B5}" srcId="{B4ECC9F7-30B8-4A3B-BCBB-3730C1349AE7}" destId="{DD3421B3-D287-4D81-8567-874DC4D17414}" srcOrd="5" destOrd="0" parTransId="{51962E12-CA00-43DB-91ED-E9B61E457F65}" sibTransId="{C3471981-11FC-438F-8591-621DA47956C0}"/>
    <dgm:cxn modelId="{AAD8DFA2-43FD-48B8-A7A9-1F94912755FE}" srcId="{B4ECC9F7-30B8-4A3B-BCBB-3730C1349AE7}" destId="{95891824-3DB3-4484-852F-7D1F9A20FA6D}" srcOrd="2" destOrd="0" parTransId="{E88B008D-5C34-4D82-A9CF-C3053A25FC2A}" sibTransId="{4CFAD40E-9F7D-4DBD-AFBA-F69614BB13BE}"/>
    <dgm:cxn modelId="{7F41E6B3-3D14-4C5E-84CA-C09EE5D23EC4}" type="presOf" srcId="{AE43918B-2420-4079-8844-B507496CBCDD}" destId="{41530534-627A-474A-8965-7F82C4CD35D4}" srcOrd="0" destOrd="0" presId="urn:microsoft.com/office/officeart/2008/layout/LinedList"/>
    <dgm:cxn modelId="{A48561B9-A46C-4C49-A04C-9901D962C064}" srcId="{B4ECC9F7-30B8-4A3B-BCBB-3730C1349AE7}" destId="{AE43918B-2420-4079-8844-B507496CBCDD}" srcOrd="7" destOrd="0" parTransId="{A5B7AC42-4DDA-4DAD-9EF9-12A8F90A2599}" sibTransId="{93135EAC-6680-4BCB-AA03-728856C9AF0F}"/>
    <dgm:cxn modelId="{87CBA2BE-4E48-4635-921B-59065F7BB24E}" type="presOf" srcId="{B4ECC9F7-30B8-4A3B-BCBB-3730C1349AE7}" destId="{8E0533B0-7996-44ED-A9DC-C66F78044FA8}" srcOrd="0" destOrd="0" presId="urn:microsoft.com/office/officeart/2008/layout/LinedList"/>
    <dgm:cxn modelId="{6E61E4C7-33F7-4F61-BF8D-9A04E792A47F}" srcId="{B4ECC9F7-30B8-4A3B-BCBB-3730C1349AE7}" destId="{F774F319-0372-4585-B6C1-28C243C2191A}" srcOrd="3" destOrd="0" parTransId="{98A479E0-74F3-4261-A140-9B9959B2E14F}" sibTransId="{5A92B957-00C1-4245-A1B7-25BA9C60637D}"/>
    <dgm:cxn modelId="{66C781CB-C5F5-4E32-996E-50421063C7B9}" srcId="{B4ECC9F7-30B8-4A3B-BCBB-3730C1349AE7}" destId="{A8DDC51B-50B3-43DA-8C87-59E852211F02}" srcOrd="0" destOrd="0" parTransId="{8EC0142B-D519-487D-AD96-953CAD02DF5A}" sibTransId="{46082881-04EA-45E0-8E4A-9D6288668408}"/>
    <dgm:cxn modelId="{D1001AD9-5A9C-4AF2-BF71-E7A906E311C4}" type="presOf" srcId="{A8DDC51B-50B3-43DA-8C87-59E852211F02}" destId="{8D1982BD-924F-4A96-A94C-35EDAB91C451}" srcOrd="0" destOrd="0" presId="urn:microsoft.com/office/officeart/2008/layout/LinedList"/>
    <dgm:cxn modelId="{E4060BE1-F778-4DFF-8895-46DCDEA2492B}" type="presOf" srcId="{259BF307-C083-4F75-B913-37E0BD83C8B3}" destId="{56BD832D-3C71-4898-B015-A54989E85DBC}" srcOrd="0" destOrd="0" presId="urn:microsoft.com/office/officeart/2008/layout/LinedList"/>
    <dgm:cxn modelId="{616AAEE4-3DC8-4629-A451-E251D82217C6}" type="presOf" srcId="{AF9542F2-427B-4B81-930F-6621399C0310}" destId="{6406D9C6-6E23-4739-8323-EB1C7DD57749}" srcOrd="0" destOrd="0" presId="urn:microsoft.com/office/officeart/2008/layout/LinedList"/>
    <dgm:cxn modelId="{D8FD8DEA-1400-426A-92DA-75783CAEEC19}" srcId="{B4ECC9F7-30B8-4A3B-BCBB-3730C1349AE7}" destId="{1EC191C4-2C3C-497D-888D-449FC537ED5E}" srcOrd="4" destOrd="0" parTransId="{5CD65125-9EE8-4974-B51A-124E1E6AAFB6}" sibTransId="{248EF706-AB3B-48E8-A071-8237DDB5220D}"/>
    <dgm:cxn modelId="{5CE091F0-FAB4-4063-92FF-2C7BC8A15EAE}" type="presOf" srcId="{DD3421B3-D287-4D81-8567-874DC4D17414}" destId="{E6714D1B-D446-4131-BFBD-4DC5D58545F8}" srcOrd="0" destOrd="0" presId="urn:microsoft.com/office/officeart/2008/layout/LinedList"/>
    <dgm:cxn modelId="{466E4835-B518-49DA-98B4-6FC01B52F538}" type="presParOf" srcId="{8E0533B0-7996-44ED-A9DC-C66F78044FA8}" destId="{E0461F79-EF3A-4B8C-A679-C18A2A1BE28A}" srcOrd="0" destOrd="0" presId="urn:microsoft.com/office/officeart/2008/layout/LinedList"/>
    <dgm:cxn modelId="{931AD001-56B8-443E-BDD5-94688F4479A4}" type="presParOf" srcId="{8E0533B0-7996-44ED-A9DC-C66F78044FA8}" destId="{05A19CDB-6A5E-4D63-8124-2AF3FA0BEE98}" srcOrd="1" destOrd="0" presId="urn:microsoft.com/office/officeart/2008/layout/LinedList"/>
    <dgm:cxn modelId="{1EC1CB52-2AB5-4EA9-830E-F1DE3554C212}" type="presParOf" srcId="{05A19CDB-6A5E-4D63-8124-2AF3FA0BEE98}" destId="{8D1982BD-924F-4A96-A94C-35EDAB91C451}" srcOrd="0" destOrd="0" presId="urn:microsoft.com/office/officeart/2008/layout/LinedList"/>
    <dgm:cxn modelId="{6A61768F-6468-4C3C-BFF1-2F00CE8DEA10}" type="presParOf" srcId="{05A19CDB-6A5E-4D63-8124-2AF3FA0BEE98}" destId="{28DEFA57-B300-40FE-B981-6B1AC772C963}" srcOrd="1" destOrd="0" presId="urn:microsoft.com/office/officeart/2008/layout/LinedList"/>
    <dgm:cxn modelId="{1C9D3B74-6A42-416F-83AB-C3EFDF2648AE}" type="presParOf" srcId="{8E0533B0-7996-44ED-A9DC-C66F78044FA8}" destId="{B41FBA6A-44BD-45CE-B885-C0F9372B676C}" srcOrd="2" destOrd="0" presId="urn:microsoft.com/office/officeart/2008/layout/LinedList"/>
    <dgm:cxn modelId="{32783922-9AE4-478C-9C1D-CA0A2F958A85}" type="presParOf" srcId="{8E0533B0-7996-44ED-A9DC-C66F78044FA8}" destId="{7142A7E7-A7E8-471F-A60E-E3F946E9521C}" srcOrd="3" destOrd="0" presId="urn:microsoft.com/office/officeart/2008/layout/LinedList"/>
    <dgm:cxn modelId="{DB27621F-5672-4A15-B440-6AA4FFAA42AB}" type="presParOf" srcId="{7142A7E7-A7E8-471F-A60E-E3F946E9521C}" destId="{56BD832D-3C71-4898-B015-A54989E85DBC}" srcOrd="0" destOrd="0" presId="urn:microsoft.com/office/officeart/2008/layout/LinedList"/>
    <dgm:cxn modelId="{634CFA6D-2CC5-46A8-A650-87D4E95185D7}" type="presParOf" srcId="{7142A7E7-A7E8-471F-A60E-E3F946E9521C}" destId="{A2B6B850-CFF0-4BC7-B54C-7A2935194CEA}" srcOrd="1" destOrd="0" presId="urn:microsoft.com/office/officeart/2008/layout/LinedList"/>
    <dgm:cxn modelId="{47B709B3-580A-41F0-A96F-372CBC06862A}" type="presParOf" srcId="{8E0533B0-7996-44ED-A9DC-C66F78044FA8}" destId="{C80D2FF8-25FE-4BAC-B995-7F5CA49BE163}" srcOrd="4" destOrd="0" presId="urn:microsoft.com/office/officeart/2008/layout/LinedList"/>
    <dgm:cxn modelId="{EDD50347-0DFC-4043-9BBE-BC9A97506AED}" type="presParOf" srcId="{8E0533B0-7996-44ED-A9DC-C66F78044FA8}" destId="{F06B3BFE-2DED-4FC2-BD5D-CE237C7E3639}" srcOrd="5" destOrd="0" presId="urn:microsoft.com/office/officeart/2008/layout/LinedList"/>
    <dgm:cxn modelId="{CA636B89-3F1A-4F06-8F4B-F854F9846BD2}" type="presParOf" srcId="{F06B3BFE-2DED-4FC2-BD5D-CE237C7E3639}" destId="{4BAA8182-076B-4427-AD02-D4C02D3D0CF0}" srcOrd="0" destOrd="0" presId="urn:microsoft.com/office/officeart/2008/layout/LinedList"/>
    <dgm:cxn modelId="{79730853-F891-483F-9BDE-D773CB238D30}" type="presParOf" srcId="{F06B3BFE-2DED-4FC2-BD5D-CE237C7E3639}" destId="{1B108B15-0275-42E3-BF51-C5B65B3E0439}" srcOrd="1" destOrd="0" presId="urn:microsoft.com/office/officeart/2008/layout/LinedList"/>
    <dgm:cxn modelId="{7F7226B4-8083-4DE9-97B8-F68B9A1C3B68}" type="presParOf" srcId="{8E0533B0-7996-44ED-A9DC-C66F78044FA8}" destId="{46AE0B05-B20E-4D0A-A3AD-C2E3AB6905AA}" srcOrd="6" destOrd="0" presId="urn:microsoft.com/office/officeart/2008/layout/LinedList"/>
    <dgm:cxn modelId="{75CE50EA-CFBB-4E03-871E-5D130F01F200}" type="presParOf" srcId="{8E0533B0-7996-44ED-A9DC-C66F78044FA8}" destId="{722F05BD-886F-4C36-9B84-BFE06C2A9A90}" srcOrd="7" destOrd="0" presId="urn:microsoft.com/office/officeart/2008/layout/LinedList"/>
    <dgm:cxn modelId="{1DE47F72-3276-4D3B-8338-CC4BEACE8355}" type="presParOf" srcId="{722F05BD-886F-4C36-9B84-BFE06C2A9A90}" destId="{FC747EFB-CD2F-4FE8-944A-13306B36EA94}" srcOrd="0" destOrd="0" presId="urn:microsoft.com/office/officeart/2008/layout/LinedList"/>
    <dgm:cxn modelId="{00A69BDF-6B97-4AA5-90D5-83FA32C0A94D}" type="presParOf" srcId="{722F05BD-886F-4C36-9B84-BFE06C2A9A90}" destId="{D782903A-E25C-468C-B9DC-25752FB5C5F2}" srcOrd="1" destOrd="0" presId="urn:microsoft.com/office/officeart/2008/layout/LinedList"/>
    <dgm:cxn modelId="{5AED309A-1EEA-4EB8-9B5A-677EA9340909}" type="presParOf" srcId="{8E0533B0-7996-44ED-A9DC-C66F78044FA8}" destId="{7E5EA45E-5730-4981-B103-F96B3C2F82D0}" srcOrd="8" destOrd="0" presId="urn:microsoft.com/office/officeart/2008/layout/LinedList"/>
    <dgm:cxn modelId="{2FCC521B-859E-45C2-AD45-1ECDC7E7DF00}" type="presParOf" srcId="{8E0533B0-7996-44ED-A9DC-C66F78044FA8}" destId="{53F8A0E9-F019-44AE-B521-9605D8EA6DDB}" srcOrd="9" destOrd="0" presId="urn:microsoft.com/office/officeart/2008/layout/LinedList"/>
    <dgm:cxn modelId="{9D87CEE9-13F3-4346-A0EB-6BE4990E190D}" type="presParOf" srcId="{53F8A0E9-F019-44AE-B521-9605D8EA6DDB}" destId="{3D7DF773-1FAA-4F3A-BBAB-3405D38FB408}" srcOrd="0" destOrd="0" presId="urn:microsoft.com/office/officeart/2008/layout/LinedList"/>
    <dgm:cxn modelId="{B3C18245-5511-4F0B-8B6F-22323B4A5FDD}" type="presParOf" srcId="{53F8A0E9-F019-44AE-B521-9605D8EA6DDB}" destId="{20BA59F4-AE30-4A50-9E0E-21B92468399B}" srcOrd="1" destOrd="0" presId="urn:microsoft.com/office/officeart/2008/layout/LinedList"/>
    <dgm:cxn modelId="{3A68FA8F-6C78-44A8-AD3A-9C1A211D270D}" type="presParOf" srcId="{8E0533B0-7996-44ED-A9DC-C66F78044FA8}" destId="{2D866B3C-74B1-4B4F-85FD-A70D5DBA9B1D}" srcOrd="10" destOrd="0" presId="urn:microsoft.com/office/officeart/2008/layout/LinedList"/>
    <dgm:cxn modelId="{F8A36591-B283-4A45-B312-9F93A3DCED85}" type="presParOf" srcId="{8E0533B0-7996-44ED-A9DC-C66F78044FA8}" destId="{2B18AC51-DAAF-405F-98B5-D1C93EBFAF3A}" srcOrd="11" destOrd="0" presId="urn:microsoft.com/office/officeart/2008/layout/LinedList"/>
    <dgm:cxn modelId="{3FCCD12C-761C-4661-8784-336081FF6290}" type="presParOf" srcId="{2B18AC51-DAAF-405F-98B5-D1C93EBFAF3A}" destId="{E6714D1B-D446-4131-BFBD-4DC5D58545F8}" srcOrd="0" destOrd="0" presId="urn:microsoft.com/office/officeart/2008/layout/LinedList"/>
    <dgm:cxn modelId="{41047EAC-FCF3-422F-A6BB-5017548B4487}" type="presParOf" srcId="{2B18AC51-DAAF-405F-98B5-D1C93EBFAF3A}" destId="{A7269595-3C1F-4DEB-983E-E8E8D03A3056}" srcOrd="1" destOrd="0" presId="urn:microsoft.com/office/officeart/2008/layout/LinedList"/>
    <dgm:cxn modelId="{DC9A1103-4C9A-4E77-929D-876D44162E7F}" type="presParOf" srcId="{8E0533B0-7996-44ED-A9DC-C66F78044FA8}" destId="{32BB7DB0-666A-4E68-84D5-55BA00573FBE}" srcOrd="12" destOrd="0" presId="urn:microsoft.com/office/officeart/2008/layout/LinedList"/>
    <dgm:cxn modelId="{F60E79EA-1ECF-44BF-82A5-BEAAD577C3FB}" type="presParOf" srcId="{8E0533B0-7996-44ED-A9DC-C66F78044FA8}" destId="{582E2503-4EFF-4F9D-BB82-56C138B85C08}" srcOrd="13" destOrd="0" presId="urn:microsoft.com/office/officeart/2008/layout/LinedList"/>
    <dgm:cxn modelId="{B1C75797-7D0C-46A8-9610-D3585EF68F24}" type="presParOf" srcId="{582E2503-4EFF-4F9D-BB82-56C138B85C08}" destId="{6406D9C6-6E23-4739-8323-EB1C7DD57749}" srcOrd="0" destOrd="0" presId="urn:microsoft.com/office/officeart/2008/layout/LinedList"/>
    <dgm:cxn modelId="{FA1E6368-0DFB-4CF8-B5A2-8E36F4B392AC}" type="presParOf" srcId="{582E2503-4EFF-4F9D-BB82-56C138B85C08}" destId="{4A5C05EE-65E6-4E77-9988-D4350E607A84}" srcOrd="1" destOrd="0" presId="urn:microsoft.com/office/officeart/2008/layout/LinedList"/>
    <dgm:cxn modelId="{3546F1CE-D6B9-4282-8DFF-D05CC5E8057E}" type="presParOf" srcId="{8E0533B0-7996-44ED-A9DC-C66F78044FA8}" destId="{CBC35B5F-9A0C-4791-8B59-27E48B70276D}" srcOrd="14" destOrd="0" presId="urn:microsoft.com/office/officeart/2008/layout/LinedList"/>
    <dgm:cxn modelId="{978C6296-9268-4787-A848-3BE775FE9D3E}" type="presParOf" srcId="{8E0533B0-7996-44ED-A9DC-C66F78044FA8}" destId="{DE314DAD-A7E1-4578-B3DD-79F5C7752D3F}" srcOrd="15" destOrd="0" presId="urn:microsoft.com/office/officeart/2008/layout/LinedList"/>
    <dgm:cxn modelId="{9F15B234-22F5-4F15-9BAE-DD7B6C8D0FE3}" type="presParOf" srcId="{DE314DAD-A7E1-4578-B3DD-79F5C7752D3F}" destId="{41530534-627A-474A-8965-7F82C4CD35D4}" srcOrd="0" destOrd="0" presId="urn:microsoft.com/office/officeart/2008/layout/LinedList"/>
    <dgm:cxn modelId="{34A8EEDA-AEE5-4ACA-B120-FC050EA07FBA}" type="presParOf" srcId="{DE314DAD-A7E1-4578-B3DD-79F5C7752D3F}" destId="{5E378A6C-93A8-47B8-B8D0-F14D4A07817D}" srcOrd="1" destOrd="0" presId="urn:microsoft.com/office/officeart/2008/layout/LinedList"/>
    <dgm:cxn modelId="{72EF041A-8E84-4DD9-8611-5F4E9DFF452D}" type="presParOf" srcId="{8E0533B0-7996-44ED-A9DC-C66F78044FA8}" destId="{3F015493-921A-4320-B329-4BF66C3E7AFF}" srcOrd="16" destOrd="0" presId="urn:microsoft.com/office/officeart/2008/layout/LinedList"/>
    <dgm:cxn modelId="{2AEBE53A-CBAC-4D2B-B0C2-BB4408F08C27}" type="presParOf" srcId="{8E0533B0-7996-44ED-A9DC-C66F78044FA8}" destId="{84802614-9316-4D5A-85DB-9F17F176B29A}" srcOrd="17" destOrd="0" presId="urn:microsoft.com/office/officeart/2008/layout/LinedList"/>
    <dgm:cxn modelId="{BE2EF02B-AB31-4110-BB8B-DD39E46389C4}" type="presParOf" srcId="{84802614-9316-4D5A-85DB-9F17F176B29A}" destId="{3FA2D5B3-1ED5-4396-B6BE-6517E62DB26D}" srcOrd="0" destOrd="0" presId="urn:microsoft.com/office/officeart/2008/layout/LinedList"/>
    <dgm:cxn modelId="{82EB172F-541A-4523-8012-141AB179C186}" type="presParOf" srcId="{84802614-9316-4D5A-85DB-9F17F176B29A}" destId="{08FDE55F-AE10-4FEB-8809-4A2B006F56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61F79-EF3A-4B8C-A679-C18A2A1BE28A}">
      <dsp:nvSpPr>
        <dsp:cNvPr id="0" name=""/>
        <dsp:cNvSpPr/>
      </dsp:nvSpPr>
      <dsp:spPr>
        <a:xfrm>
          <a:off x="0" y="455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1982BD-924F-4A96-A94C-35EDAB91C451}">
      <dsp:nvSpPr>
        <dsp:cNvPr id="0" name=""/>
        <dsp:cNvSpPr/>
      </dsp:nvSpPr>
      <dsp:spPr>
        <a:xfrm>
          <a:off x="0" y="455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/>
            <a:t>شماتیک</a:t>
          </a:r>
          <a:endParaRPr lang="en-US" sz="1100" kern="1200"/>
        </a:p>
      </dsp:txBody>
      <dsp:txXfrm>
        <a:off x="0" y="455"/>
        <a:ext cx="4501582" cy="414235"/>
      </dsp:txXfrm>
    </dsp:sp>
    <dsp:sp modelId="{B41FBA6A-44BD-45CE-B885-C0F9372B676C}">
      <dsp:nvSpPr>
        <dsp:cNvPr id="0" name=""/>
        <dsp:cNvSpPr/>
      </dsp:nvSpPr>
      <dsp:spPr>
        <a:xfrm>
          <a:off x="0" y="414691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BD832D-3C71-4898-B015-A54989E85DBC}">
      <dsp:nvSpPr>
        <dsp:cNvPr id="0" name=""/>
        <dsp:cNvSpPr/>
      </dsp:nvSpPr>
      <dsp:spPr>
        <a:xfrm>
          <a:off x="0" y="414691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/>
            <a:t>پاسخ ورودی صفر </a:t>
          </a:r>
          <a:endParaRPr lang="en-US" sz="1100" kern="1200"/>
        </a:p>
      </dsp:txBody>
      <dsp:txXfrm>
        <a:off x="0" y="414691"/>
        <a:ext cx="4501582" cy="414235"/>
      </dsp:txXfrm>
    </dsp:sp>
    <dsp:sp modelId="{C80D2FF8-25FE-4BAC-B995-7F5CA49BE163}">
      <dsp:nvSpPr>
        <dsp:cNvPr id="0" name=""/>
        <dsp:cNvSpPr/>
      </dsp:nvSpPr>
      <dsp:spPr>
        <a:xfrm>
          <a:off x="0" y="828927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AA8182-076B-4427-AD02-D4C02D3D0CF0}">
      <dsp:nvSpPr>
        <dsp:cNvPr id="0" name=""/>
        <dsp:cNvSpPr/>
      </dsp:nvSpPr>
      <dsp:spPr>
        <a:xfrm>
          <a:off x="0" y="828927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/>
            <a:t>فرکانس های طبیعی</a:t>
          </a:r>
          <a:endParaRPr lang="en-US" sz="1100" kern="1200"/>
        </a:p>
      </dsp:txBody>
      <dsp:txXfrm>
        <a:off x="0" y="828927"/>
        <a:ext cx="4501582" cy="414235"/>
      </dsp:txXfrm>
    </dsp:sp>
    <dsp:sp modelId="{46AE0B05-B20E-4D0A-A3AD-C2E3AB6905AA}">
      <dsp:nvSpPr>
        <dsp:cNvPr id="0" name=""/>
        <dsp:cNvSpPr/>
      </dsp:nvSpPr>
      <dsp:spPr>
        <a:xfrm>
          <a:off x="0" y="1243163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747EFB-CD2F-4FE8-944A-13306B36EA94}">
      <dsp:nvSpPr>
        <dsp:cNvPr id="0" name=""/>
        <dsp:cNvSpPr/>
      </dsp:nvSpPr>
      <dsp:spPr>
        <a:xfrm>
          <a:off x="0" y="1243163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 dirty="0"/>
            <a:t>پاسخ پله </a:t>
          </a:r>
          <a:endParaRPr lang="en-US" sz="1100" kern="1200" dirty="0"/>
        </a:p>
      </dsp:txBody>
      <dsp:txXfrm>
        <a:off x="0" y="1243163"/>
        <a:ext cx="4501582" cy="414235"/>
      </dsp:txXfrm>
    </dsp:sp>
    <dsp:sp modelId="{7E5EA45E-5730-4981-B103-F96B3C2F82D0}">
      <dsp:nvSpPr>
        <dsp:cNvPr id="0" name=""/>
        <dsp:cNvSpPr/>
      </dsp:nvSpPr>
      <dsp:spPr>
        <a:xfrm>
          <a:off x="0" y="1657399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7DF773-1FAA-4F3A-BBAB-3405D38FB408}">
      <dsp:nvSpPr>
        <dsp:cNvPr id="0" name=""/>
        <dsp:cNvSpPr/>
      </dsp:nvSpPr>
      <dsp:spPr>
        <a:xfrm>
          <a:off x="0" y="1657399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/>
            <a:t>پاسخ ضربه</a:t>
          </a:r>
          <a:endParaRPr lang="en-US" sz="1100" kern="1200"/>
        </a:p>
      </dsp:txBody>
      <dsp:txXfrm>
        <a:off x="0" y="1657399"/>
        <a:ext cx="4501582" cy="414235"/>
      </dsp:txXfrm>
    </dsp:sp>
    <dsp:sp modelId="{2D866B3C-74B1-4B4F-85FD-A70D5DBA9B1D}">
      <dsp:nvSpPr>
        <dsp:cNvPr id="0" name=""/>
        <dsp:cNvSpPr/>
      </dsp:nvSpPr>
      <dsp:spPr>
        <a:xfrm>
          <a:off x="0" y="2071634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714D1B-D446-4131-BFBD-4DC5D58545F8}">
      <dsp:nvSpPr>
        <dsp:cNvPr id="0" name=""/>
        <dsp:cNvSpPr/>
      </dsp:nvSpPr>
      <dsp:spPr>
        <a:xfrm>
          <a:off x="0" y="2071634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/>
            <a:t>معادلات حالت</a:t>
          </a:r>
          <a:endParaRPr lang="en-US" sz="1100" kern="1200"/>
        </a:p>
      </dsp:txBody>
      <dsp:txXfrm>
        <a:off x="0" y="2071634"/>
        <a:ext cx="4501582" cy="414235"/>
      </dsp:txXfrm>
    </dsp:sp>
    <dsp:sp modelId="{32BB7DB0-666A-4E68-84D5-55BA00573FBE}">
      <dsp:nvSpPr>
        <dsp:cNvPr id="0" name=""/>
        <dsp:cNvSpPr/>
      </dsp:nvSpPr>
      <dsp:spPr>
        <a:xfrm>
          <a:off x="0" y="2485870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06D9C6-6E23-4739-8323-EB1C7DD57749}">
      <dsp:nvSpPr>
        <dsp:cNvPr id="0" name=""/>
        <dsp:cNvSpPr/>
      </dsp:nvSpPr>
      <dsp:spPr>
        <a:xfrm>
          <a:off x="0" y="2485870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 dirty="0"/>
            <a:t>حالت دایمی سینوسی</a:t>
          </a:r>
          <a:endParaRPr lang="en-US" sz="1100" kern="1200" dirty="0"/>
        </a:p>
      </dsp:txBody>
      <dsp:txXfrm>
        <a:off x="0" y="2485870"/>
        <a:ext cx="4501582" cy="414235"/>
      </dsp:txXfrm>
    </dsp:sp>
    <dsp:sp modelId="{CBC35B5F-9A0C-4791-8B59-27E48B70276D}">
      <dsp:nvSpPr>
        <dsp:cNvPr id="0" name=""/>
        <dsp:cNvSpPr/>
      </dsp:nvSpPr>
      <dsp:spPr>
        <a:xfrm>
          <a:off x="0" y="2900106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530534-627A-474A-8965-7F82C4CD35D4}">
      <dsp:nvSpPr>
        <dsp:cNvPr id="0" name=""/>
        <dsp:cNvSpPr/>
      </dsp:nvSpPr>
      <dsp:spPr>
        <a:xfrm>
          <a:off x="0" y="2900106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+mj-lt"/>
              <a:ea typeface="+mj-ea"/>
              <a:cs typeface="+mj-cs"/>
            </a:rPr>
            <a:t>امپدانس</a:t>
          </a:r>
          <a:r>
            <a:rPr lang="en-US" sz="1100" kern="1200" dirty="0">
              <a:latin typeface="+mj-lt"/>
              <a:ea typeface="+mj-ea"/>
              <a:cs typeface="+mj-cs"/>
            </a:rPr>
            <a:t> و </a:t>
          </a:r>
          <a:r>
            <a:rPr lang="en-US" sz="1100" kern="1200" dirty="0" err="1">
              <a:latin typeface="+mj-lt"/>
              <a:ea typeface="+mj-ea"/>
              <a:cs typeface="+mj-cs"/>
            </a:rPr>
            <a:t>ادمیتانس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latin typeface="+mj-lt"/>
              <a:ea typeface="+mj-ea"/>
              <a:cs typeface="+mj-cs"/>
            </a:rPr>
            <a:t>دیده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latin typeface="+mj-lt"/>
              <a:ea typeface="+mj-ea"/>
              <a:cs typeface="+mj-cs"/>
            </a:rPr>
            <a:t>شده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fa-IR" sz="1100" kern="1200" dirty="0"/>
            <a:t>از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latin typeface="+mj-lt"/>
              <a:ea typeface="+mj-ea"/>
              <a:cs typeface="+mj-cs"/>
            </a:rPr>
            <a:t>دو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latin typeface="+mj-lt"/>
              <a:ea typeface="+mj-ea"/>
              <a:cs typeface="+mj-cs"/>
            </a:rPr>
            <a:t>سر</a:t>
          </a:r>
          <a:r>
            <a:rPr lang="en-US" sz="1100" kern="1200" dirty="0">
              <a:latin typeface="+mj-lt"/>
              <a:ea typeface="+mj-ea"/>
              <a:cs typeface="+mj-cs"/>
            </a:rPr>
            <a:t> </a:t>
          </a:r>
          <a:r>
            <a:rPr lang="fa-IR" sz="1100" kern="1200" dirty="0">
              <a:latin typeface="+mj-lt"/>
              <a:ea typeface="+mj-ea"/>
              <a:cs typeface="+mj-cs"/>
            </a:rPr>
            <a:t>منبع</a:t>
          </a:r>
          <a:br>
            <a:rPr lang="en-US" sz="1100" kern="1200" dirty="0">
              <a:latin typeface="+mj-lt"/>
              <a:ea typeface="+mj-ea"/>
              <a:cs typeface="+mj-cs"/>
            </a:rPr>
          </a:br>
          <a:endParaRPr lang="en-US" sz="1100" kern="1200" dirty="0"/>
        </a:p>
      </dsp:txBody>
      <dsp:txXfrm>
        <a:off x="0" y="2900106"/>
        <a:ext cx="4501582" cy="414235"/>
      </dsp:txXfrm>
    </dsp:sp>
    <dsp:sp modelId="{3F015493-921A-4320-B329-4BF66C3E7AFF}">
      <dsp:nvSpPr>
        <dsp:cNvPr id="0" name=""/>
        <dsp:cNvSpPr/>
      </dsp:nvSpPr>
      <dsp:spPr>
        <a:xfrm>
          <a:off x="0" y="3314342"/>
          <a:ext cx="450158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A2D5B3-1ED5-4396-B6BE-6517E62DB26D}">
      <dsp:nvSpPr>
        <dsp:cNvPr id="0" name=""/>
        <dsp:cNvSpPr/>
      </dsp:nvSpPr>
      <dsp:spPr>
        <a:xfrm>
          <a:off x="0" y="3314342"/>
          <a:ext cx="4501582" cy="414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100" kern="1200" dirty="0"/>
            <a:t>توان و بازدهی</a:t>
          </a:r>
          <a:endParaRPr lang="en-US" sz="1100" kern="1200" dirty="0"/>
        </a:p>
      </dsp:txBody>
      <dsp:txXfrm>
        <a:off x="0" y="3314342"/>
        <a:ext cx="4501582" cy="414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0F9CE-931A-42C8-8B1A-C6BBCC7E74B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742EA-1C6C-4124-8967-CFE5F591C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9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A3C2-1CC7-42FE-8554-C638301AAA0A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3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19C2-A800-45DC-AF3F-0F46B123ADB3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9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9EF0E-AEAA-456E-866B-EF8B6D3904D0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61F1F-3AF2-476E-BD52-80881E11CA2E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4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DE32-B79C-4188-8C09-DEAB7A43ABAD}" type="datetime1">
              <a:rPr lang="en-US" smtClean="0"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8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09B8-3872-486D-A105-C452391B5C87}" type="datetime1">
              <a:rPr lang="en-US" smtClean="0"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8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A0AB-1BE6-4DC6-902E-721B3FA6A7FC}" type="datetime1">
              <a:rPr lang="en-US" smtClean="0"/>
              <a:t>7/2/2024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FD23-4F52-42E3-8932-8FB4E76B26A8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7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01B3-B8F0-4075-973D-C37E3965BADA}" type="datetime1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8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1DB3-34DF-4626-A650-3F86DAE82EAE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479A-39EC-48F4-A53D-977101C6E8EF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2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0A82-1D5F-4314-B4B4-2A202B0C8168}" type="datetime1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CAC45-947B-44DC-9766-C2EC00A69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0.png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438400"/>
            <a:ext cx="6172200" cy="838200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پروژه مدار های الکتریکی (1)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fa-IR" dirty="0">
                <a:cs typeface="B Nazanin" panose="00000400000000000000" pitchFamily="2" charset="-78"/>
              </a:rPr>
            </a:br>
            <a:r>
              <a:rPr lang="fa-IR" sz="3600" dirty="0">
                <a:cs typeface="B Nazanin" panose="00000400000000000000" pitchFamily="2" charset="-78"/>
              </a:rPr>
              <a:t>نام استاد : دکتر افضلیان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1800" dirty="0">
                <a:solidFill>
                  <a:schemeClr val="tx1"/>
                </a:solidFill>
              </a:rPr>
              <a:t>اعضای گروه : علیرضا منتجب ، عرفان فقهی ، علی وثوق نیا ، ارغوان معماری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riya rayaneh\Desktop\power point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2" y="521017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riya rayaneh\Desktop\power point\downloa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5048250"/>
            <a:ext cx="1616529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52400" y="152400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18" name="Rectangle 17"/>
          <p:cNvSpPr/>
          <p:nvPr/>
        </p:nvSpPr>
        <p:spPr>
          <a:xfrm rot="5400000">
            <a:off x="978783" y="-673984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19" name="Rectangle 18"/>
          <p:cNvSpPr/>
          <p:nvPr/>
        </p:nvSpPr>
        <p:spPr>
          <a:xfrm rot="5400000">
            <a:off x="8065384" y="5764917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20" name="Rectangle 19"/>
          <p:cNvSpPr/>
          <p:nvPr/>
        </p:nvSpPr>
        <p:spPr>
          <a:xfrm rot="10800000">
            <a:off x="8891767" y="4938533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02E68-5BEE-46FE-9F54-D39B540E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1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012063" y="547712"/>
            <a:ext cx="2503286" cy="5577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فهرست</a:t>
            </a:r>
            <a:endParaRPr lang="en-US" sz="4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34B62-E9A0-46CF-4F65-56FC1282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83CAC45-947B-44DC-9766-C2EC00A69539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23" name="TextBox 20">
            <a:extLst>
              <a:ext uri="{FF2B5EF4-FFF2-40B4-BE49-F238E27FC236}">
                <a16:creationId xmlns:a16="http://schemas.microsoft.com/office/drawing/2014/main" id="{6FF58659-D410-D721-5320-3D79B9C9F5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7553100"/>
              </p:ext>
            </p:extLst>
          </p:nvPr>
        </p:nvGraphicFramePr>
        <p:xfrm>
          <a:off x="1066800" y="1564483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852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شماتیک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مدار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C:\Users\ariya rayaneh\Desktop\power point\photo_2024-06-29_20-27-2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" t="10126" r="4471" b="9288"/>
          <a:stretch/>
        </p:blipFill>
        <p:spPr bwMode="auto">
          <a:xfrm>
            <a:off x="482600" y="1862972"/>
            <a:ext cx="8178799" cy="401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05A0D-7F7F-ABE5-219A-C728464A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ctangle 108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73" y="655782"/>
            <a:ext cx="3213314" cy="4068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پاسخ ورودی صفر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A86F4-7168-DFDC-290C-0F5DD534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50" y="3246439"/>
            <a:ext cx="504718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83CAC45-947B-44DC-9766-C2EC00A69539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ariya rayaneh\Desktop\power point\_5767135103154242180_12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41" t="33183" r="2430" b="28667"/>
          <a:stretch/>
        </p:blipFill>
        <p:spPr bwMode="auto">
          <a:xfrm>
            <a:off x="5052877" y="2377696"/>
            <a:ext cx="3608513" cy="209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30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7965" y="753729"/>
                <a:ext cx="4038600" cy="2133599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0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= 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K=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7965" y="753729"/>
                <a:ext cx="4038600" cy="2133599"/>
              </a:xfrm>
              <a:blipFill>
                <a:blip r:embed="rId2"/>
                <a:stretch>
                  <a:fillRect l="-2417" t="-3143" b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C:\Users\ariya rayaneh\Desktop\power point\_5767135103154242180_121.jpg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00" t="50111" r="18830" b="29242"/>
          <a:stretch/>
        </p:blipFill>
        <p:spPr bwMode="auto">
          <a:xfrm>
            <a:off x="5311519" y="753729"/>
            <a:ext cx="3581799" cy="21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951416" y="1194920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C:\Users\ariya rayaneh\Desktop\power point\_5767135103154242180_12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80" t="34132" r="15885" b="47194"/>
          <a:stretch/>
        </p:blipFill>
        <p:spPr bwMode="auto">
          <a:xfrm>
            <a:off x="5029200" y="3362855"/>
            <a:ext cx="3875018" cy="191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875216" y="1116755"/>
                <a:ext cx="152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216" y="1116755"/>
                <a:ext cx="152400" cy="338554"/>
              </a:xfrm>
              <a:prstGeom prst="rect">
                <a:avLst/>
              </a:prstGeom>
              <a:blipFill>
                <a:blip r:embed="rId4"/>
                <a:stretch>
                  <a:fillRect r="-1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7567246" y="5019146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91046" y="4940981"/>
                <a:ext cx="152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046" y="4940981"/>
                <a:ext cx="152400" cy="338554"/>
              </a:xfrm>
              <a:prstGeom prst="rect">
                <a:avLst/>
              </a:prstGeom>
              <a:blipFill>
                <a:blip r:embed="rId5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6940" y="3296217"/>
                <a:ext cx="4191000" cy="3060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− </m:t>
                                </m:r>
                              </m:sub>
                            </m:sSub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− </m:t>
                                </m:r>
                              </m:sub>
                            </m:sSub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0 </a:t>
                </a:r>
                <a:endParaRPr lang="en-US" dirty="0"/>
              </a:p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>
                            <a:latin typeface="Cambria Math"/>
                          </a:rPr>
                          <m:t>(</m:t>
                        </m:r>
                        <m:r>
                          <a:rPr lang="en-US">
                            <a:latin typeface="Cambria Math"/>
                          </a:rPr>
                          <m:t>0</m:t>
                        </m:r>
                        <m:r>
                          <a:rPr lang="en-US">
                            <a:latin typeface="Cambria Math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>
                            <a:latin typeface="Cambria Math"/>
                          </a:rPr>
                          <m:t>(</m:t>
                        </m:r>
                        <m:r>
                          <a:rPr lang="en-US">
                            <a:latin typeface="Cambria Math"/>
                          </a:rPr>
                          <m:t>0</m:t>
                        </m:r>
                        <m:r>
                          <a:rPr lang="en-US">
                            <a:latin typeface="Cambria Math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>
                            <a:latin typeface="Cambria Math"/>
                          </a:rPr>
                          <m:t>(</m:t>
                        </m:r>
                        <m:r>
                          <a:rPr lang="en-US">
                            <a:latin typeface="Cambria Math"/>
                          </a:rPr>
                          <m:t>0</m:t>
                        </m:r>
                        <m:r>
                          <a:rPr lang="en-US">
                            <a:latin typeface="Cambria Math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e>
                          <m:e/>
                        </m:eqAr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+ 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r>
                              <a:rPr lang="en-US">
                                <a:latin typeface="Cambria Math"/>
                              </a:rPr>
                              <m:t>0</m:t>
                            </m:r>
                            <m:r>
                              <a:rPr lang="en-US">
                                <a:latin typeface="Cambria Math"/>
                              </a:rPr>
                              <m:t>)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r>
                              <a:rPr lang="en-US">
                                <a:latin typeface="Cambria Math"/>
                              </a:rPr>
                              <m:t>0</m:t>
                            </m:r>
                            <m:r>
                              <a:rPr lang="en-US">
                                <a:latin typeface="Cambria Math"/>
                              </a:rPr>
                              <m:t>)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>
                                <a:latin typeface="Cambria Math"/>
                              </a:rPr>
                              <m:t>(</m:t>
                            </m:r>
                            <m:r>
                              <a:rPr lang="en-US">
                                <a:latin typeface="Cambria Math"/>
                              </a:rPr>
                              <m:t>0</m:t>
                            </m:r>
                            <m:r>
                              <a:rPr lang="en-US">
                                <a:latin typeface="Cambria Math"/>
                              </a:rPr>
                              <m:t>)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/>
                          </a:rPr>
                          <m:t>)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−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/>
                  <a:t> = 0.03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– A = 1.97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40" y="3296217"/>
                <a:ext cx="4191000" cy="3060133"/>
              </a:xfrm>
              <a:prstGeom prst="rect">
                <a:avLst/>
              </a:prstGeom>
              <a:blipFill>
                <a:blip r:embed="rId6"/>
                <a:stretch>
                  <a:fillRect l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379035" y="5647043"/>
                <a:ext cx="3330038" cy="785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97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+ 0.03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035" y="5647043"/>
                <a:ext cx="3330038" cy="7854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09758" y="92192"/>
                <a:ext cx="2890281" cy="4690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e>
                      <m:sub>
                        <m: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</m:d>
                    <m:r>
                      <a:rPr lang="en-US" sz="17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b>
                      <m:sSubPr>
                        <m:ctrlP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7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7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7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(0) = </a:t>
                </a:r>
                <a14:m>
                  <m:oMath xmlns:m="http://schemas.openxmlformats.org/officeDocument/2006/math">
                    <m:r>
                      <a:rPr lang="en-US" sz="17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7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𝑣</m:t>
                    </m:r>
                  </m:oMath>
                </a14:m>
                <a:endParaRPr lang="en-US" sz="17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758" y="92192"/>
                <a:ext cx="2890281" cy="469054"/>
              </a:xfrm>
              <a:prstGeom prst="rect">
                <a:avLst/>
              </a:prstGeom>
              <a:blipFill>
                <a:blip r:embed="rId8"/>
                <a:stretch>
                  <a:fillRect t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73F7362-E09E-3590-DBCB-E33CA4E2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5</a:t>
            </a:fld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E7509335-F08E-51AD-7291-B5D811500F0F}"/>
              </a:ext>
            </a:extLst>
          </p:cNvPr>
          <p:cNvSpPr/>
          <p:nvPr/>
        </p:nvSpPr>
        <p:spPr>
          <a:xfrm>
            <a:off x="134566" y="623420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0F59A760-E283-30F9-0DEA-672F8560F4B6}"/>
              </a:ext>
            </a:extLst>
          </p:cNvPr>
          <p:cNvSpPr/>
          <p:nvPr/>
        </p:nvSpPr>
        <p:spPr>
          <a:xfrm>
            <a:off x="134566" y="3206689"/>
            <a:ext cx="8857034" cy="30278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89460"/>
                      <a:gd name="connsiteY0" fmla="*/ 0 h 3027891"/>
                      <a:gd name="connsiteX1" fmla="*/ 503736 w 8889460"/>
                      <a:gd name="connsiteY1" fmla="*/ 0 h 3027891"/>
                      <a:gd name="connsiteX2" fmla="*/ 1185261 w 8889460"/>
                      <a:gd name="connsiteY2" fmla="*/ 0 h 3027891"/>
                      <a:gd name="connsiteX3" fmla="*/ 1777892 w 8889460"/>
                      <a:gd name="connsiteY3" fmla="*/ 0 h 3027891"/>
                      <a:gd name="connsiteX4" fmla="*/ 2103839 w 8889460"/>
                      <a:gd name="connsiteY4" fmla="*/ 0 h 3027891"/>
                      <a:gd name="connsiteX5" fmla="*/ 2696470 w 8889460"/>
                      <a:gd name="connsiteY5" fmla="*/ 0 h 3027891"/>
                      <a:gd name="connsiteX6" fmla="*/ 3466889 w 8889460"/>
                      <a:gd name="connsiteY6" fmla="*/ 0 h 3027891"/>
                      <a:gd name="connsiteX7" fmla="*/ 3970625 w 8889460"/>
                      <a:gd name="connsiteY7" fmla="*/ 0 h 3027891"/>
                      <a:gd name="connsiteX8" fmla="*/ 4474362 w 8889460"/>
                      <a:gd name="connsiteY8" fmla="*/ 0 h 3027891"/>
                      <a:gd name="connsiteX9" fmla="*/ 4800308 w 8889460"/>
                      <a:gd name="connsiteY9" fmla="*/ 0 h 3027891"/>
                      <a:gd name="connsiteX10" fmla="*/ 5392939 w 8889460"/>
                      <a:gd name="connsiteY10" fmla="*/ 0 h 3027891"/>
                      <a:gd name="connsiteX11" fmla="*/ 6074464 w 8889460"/>
                      <a:gd name="connsiteY11" fmla="*/ 0 h 3027891"/>
                      <a:gd name="connsiteX12" fmla="*/ 6400411 w 8889460"/>
                      <a:gd name="connsiteY12" fmla="*/ 0 h 3027891"/>
                      <a:gd name="connsiteX13" fmla="*/ 6815253 w 8889460"/>
                      <a:gd name="connsiteY13" fmla="*/ 0 h 3027891"/>
                      <a:gd name="connsiteX14" fmla="*/ 7407883 w 8889460"/>
                      <a:gd name="connsiteY14" fmla="*/ 0 h 3027891"/>
                      <a:gd name="connsiteX15" fmla="*/ 8178303 w 8889460"/>
                      <a:gd name="connsiteY15" fmla="*/ 0 h 3027891"/>
                      <a:gd name="connsiteX16" fmla="*/ 8889460 w 8889460"/>
                      <a:gd name="connsiteY16" fmla="*/ 0 h 3027891"/>
                      <a:gd name="connsiteX17" fmla="*/ 8889460 w 8889460"/>
                      <a:gd name="connsiteY17" fmla="*/ 504649 h 3027891"/>
                      <a:gd name="connsiteX18" fmla="*/ 8889460 w 8889460"/>
                      <a:gd name="connsiteY18" fmla="*/ 1039576 h 3027891"/>
                      <a:gd name="connsiteX19" fmla="*/ 8889460 w 8889460"/>
                      <a:gd name="connsiteY19" fmla="*/ 1604782 h 3027891"/>
                      <a:gd name="connsiteX20" fmla="*/ 8889460 w 8889460"/>
                      <a:gd name="connsiteY20" fmla="*/ 2139710 h 3027891"/>
                      <a:gd name="connsiteX21" fmla="*/ 8889460 w 8889460"/>
                      <a:gd name="connsiteY21" fmla="*/ 3027891 h 3027891"/>
                      <a:gd name="connsiteX22" fmla="*/ 8474619 w 8889460"/>
                      <a:gd name="connsiteY22" fmla="*/ 3027891 h 3027891"/>
                      <a:gd name="connsiteX23" fmla="*/ 7970882 w 8889460"/>
                      <a:gd name="connsiteY23" fmla="*/ 3027891 h 3027891"/>
                      <a:gd name="connsiteX24" fmla="*/ 7200463 w 8889460"/>
                      <a:gd name="connsiteY24" fmla="*/ 3027891 h 3027891"/>
                      <a:gd name="connsiteX25" fmla="*/ 6696727 w 8889460"/>
                      <a:gd name="connsiteY25" fmla="*/ 3027891 h 3027891"/>
                      <a:gd name="connsiteX26" fmla="*/ 6015201 w 8889460"/>
                      <a:gd name="connsiteY26" fmla="*/ 3027891 h 3027891"/>
                      <a:gd name="connsiteX27" fmla="*/ 5689254 w 8889460"/>
                      <a:gd name="connsiteY27" fmla="*/ 3027891 h 3027891"/>
                      <a:gd name="connsiteX28" fmla="*/ 5363308 w 8889460"/>
                      <a:gd name="connsiteY28" fmla="*/ 3027891 h 3027891"/>
                      <a:gd name="connsiteX29" fmla="*/ 4948466 w 8889460"/>
                      <a:gd name="connsiteY29" fmla="*/ 3027891 h 3027891"/>
                      <a:gd name="connsiteX30" fmla="*/ 4178046 w 8889460"/>
                      <a:gd name="connsiteY30" fmla="*/ 3027891 h 3027891"/>
                      <a:gd name="connsiteX31" fmla="*/ 3407626 w 8889460"/>
                      <a:gd name="connsiteY31" fmla="*/ 3027891 h 3027891"/>
                      <a:gd name="connsiteX32" fmla="*/ 2726101 w 8889460"/>
                      <a:gd name="connsiteY32" fmla="*/ 3027891 h 3027891"/>
                      <a:gd name="connsiteX33" fmla="*/ 2044576 w 8889460"/>
                      <a:gd name="connsiteY33" fmla="*/ 3027891 h 3027891"/>
                      <a:gd name="connsiteX34" fmla="*/ 1629734 w 8889460"/>
                      <a:gd name="connsiteY34" fmla="*/ 3027891 h 3027891"/>
                      <a:gd name="connsiteX35" fmla="*/ 1037104 w 8889460"/>
                      <a:gd name="connsiteY35" fmla="*/ 3027891 h 3027891"/>
                      <a:gd name="connsiteX36" fmla="*/ 0 w 8889460"/>
                      <a:gd name="connsiteY36" fmla="*/ 3027891 h 3027891"/>
                      <a:gd name="connsiteX37" fmla="*/ 0 w 8889460"/>
                      <a:gd name="connsiteY37" fmla="*/ 2462685 h 3027891"/>
                      <a:gd name="connsiteX38" fmla="*/ 0 w 8889460"/>
                      <a:gd name="connsiteY38" fmla="*/ 2018594 h 3027891"/>
                      <a:gd name="connsiteX39" fmla="*/ 0 w 8889460"/>
                      <a:gd name="connsiteY39" fmla="*/ 1604782 h 3027891"/>
                      <a:gd name="connsiteX40" fmla="*/ 0 w 8889460"/>
                      <a:gd name="connsiteY40" fmla="*/ 1069855 h 3027891"/>
                      <a:gd name="connsiteX41" fmla="*/ 0 w 8889460"/>
                      <a:gd name="connsiteY41" fmla="*/ 595485 h 3027891"/>
                      <a:gd name="connsiteX42" fmla="*/ 0 w 8889460"/>
                      <a:gd name="connsiteY42" fmla="*/ 0 h 30278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8889460" h="3027891" extrusionOk="0">
                        <a:moveTo>
                          <a:pt x="0" y="0"/>
                        </a:moveTo>
                        <a:cubicBezTo>
                          <a:pt x="245714" y="-179"/>
                          <a:pt x="401211" y="13949"/>
                          <a:pt x="503736" y="0"/>
                        </a:cubicBezTo>
                        <a:cubicBezTo>
                          <a:pt x="606261" y="-13949"/>
                          <a:pt x="996047" y="67508"/>
                          <a:pt x="1185261" y="0"/>
                        </a:cubicBezTo>
                        <a:cubicBezTo>
                          <a:pt x="1374475" y="-67508"/>
                          <a:pt x="1655555" y="50319"/>
                          <a:pt x="1777892" y="0"/>
                        </a:cubicBezTo>
                        <a:cubicBezTo>
                          <a:pt x="1900229" y="-50319"/>
                          <a:pt x="1951117" y="4112"/>
                          <a:pt x="2103839" y="0"/>
                        </a:cubicBezTo>
                        <a:cubicBezTo>
                          <a:pt x="2256561" y="-4112"/>
                          <a:pt x="2549778" y="60450"/>
                          <a:pt x="2696470" y="0"/>
                        </a:cubicBezTo>
                        <a:cubicBezTo>
                          <a:pt x="2843162" y="-60450"/>
                          <a:pt x="3186600" y="51566"/>
                          <a:pt x="3466889" y="0"/>
                        </a:cubicBezTo>
                        <a:cubicBezTo>
                          <a:pt x="3747178" y="-51566"/>
                          <a:pt x="3748274" y="8179"/>
                          <a:pt x="3970625" y="0"/>
                        </a:cubicBezTo>
                        <a:cubicBezTo>
                          <a:pt x="4192976" y="-8179"/>
                          <a:pt x="4259685" y="17745"/>
                          <a:pt x="4474362" y="0"/>
                        </a:cubicBezTo>
                        <a:cubicBezTo>
                          <a:pt x="4689039" y="-17745"/>
                          <a:pt x="4641116" y="20506"/>
                          <a:pt x="4800308" y="0"/>
                        </a:cubicBezTo>
                        <a:cubicBezTo>
                          <a:pt x="4959500" y="-20506"/>
                          <a:pt x="5166237" y="59757"/>
                          <a:pt x="5392939" y="0"/>
                        </a:cubicBezTo>
                        <a:cubicBezTo>
                          <a:pt x="5619641" y="-59757"/>
                          <a:pt x="5841563" y="57650"/>
                          <a:pt x="6074464" y="0"/>
                        </a:cubicBezTo>
                        <a:cubicBezTo>
                          <a:pt x="6307366" y="-57650"/>
                          <a:pt x="6267185" y="36452"/>
                          <a:pt x="6400411" y="0"/>
                        </a:cubicBezTo>
                        <a:cubicBezTo>
                          <a:pt x="6533637" y="-36452"/>
                          <a:pt x="6608327" y="37995"/>
                          <a:pt x="6815253" y="0"/>
                        </a:cubicBezTo>
                        <a:cubicBezTo>
                          <a:pt x="7022179" y="-37995"/>
                          <a:pt x="7203172" y="60406"/>
                          <a:pt x="7407883" y="0"/>
                        </a:cubicBezTo>
                        <a:cubicBezTo>
                          <a:pt x="7612594" y="-60406"/>
                          <a:pt x="7904192" y="13071"/>
                          <a:pt x="8178303" y="0"/>
                        </a:cubicBezTo>
                        <a:cubicBezTo>
                          <a:pt x="8452414" y="-13071"/>
                          <a:pt x="8658048" y="6553"/>
                          <a:pt x="8889460" y="0"/>
                        </a:cubicBezTo>
                        <a:cubicBezTo>
                          <a:pt x="8918142" y="124589"/>
                          <a:pt x="8846671" y="255329"/>
                          <a:pt x="8889460" y="504649"/>
                        </a:cubicBezTo>
                        <a:cubicBezTo>
                          <a:pt x="8932249" y="753969"/>
                          <a:pt x="8861784" y="866921"/>
                          <a:pt x="8889460" y="1039576"/>
                        </a:cubicBezTo>
                        <a:cubicBezTo>
                          <a:pt x="8917136" y="1212231"/>
                          <a:pt x="8861624" y="1433919"/>
                          <a:pt x="8889460" y="1604782"/>
                        </a:cubicBezTo>
                        <a:cubicBezTo>
                          <a:pt x="8917296" y="1775645"/>
                          <a:pt x="8829592" y="2031001"/>
                          <a:pt x="8889460" y="2139710"/>
                        </a:cubicBezTo>
                        <a:cubicBezTo>
                          <a:pt x="8949328" y="2248419"/>
                          <a:pt x="8798195" y="2693176"/>
                          <a:pt x="8889460" y="3027891"/>
                        </a:cubicBezTo>
                        <a:cubicBezTo>
                          <a:pt x="8800656" y="3037411"/>
                          <a:pt x="8681307" y="2996415"/>
                          <a:pt x="8474619" y="3027891"/>
                        </a:cubicBezTo>
                        <a:cubicBezTo>
                          <a:pt x="8267931" y="3059367"/>
                          <a:pt x="8210299" y="2986503"/>
                          <a:pt x="7970882" y="3027891"/>
                        </a:cubicBezTo>
                        <a:cubicBezTo>
                          <a:pt x="7731465" y="3069279"/>
                          <a:pt x="7458863" y="2988859"/>
                          <a:pt x="7200463" y="3027891"/>
                        </a:cubicBezTo>
                        <a:cubicBezTo>
                          <a:pt x="6942063" y="3066923"/>
                          <a:pt x="6848731" y="3021897"/>
                          <a:pt x="6696727" y="3027891"/>
                        </a:cubicBezTo>
                        <a:cubicBezTo>
                          <a:pt x="6544723" y="3033885"/>
                          <a:pt x="6217157" y="3010375"/>
                          <a:pt x="6015201" y="3027891"/>
                        </a:cubicBezTo>
                        <a:cubicBezTo>
                          <a:pt x="5813245" y="3045407"/>
                          <a:pt x="5769971" y="3006788"/>
                          <a:pt x="5689254" y="3027891"/>
                        </a:cubicBezTo>
                        <a:cubicBezTo>
                          <a:pt x="5608537" y="3048994"/>
                          <a:pt x="5452723" y="3020014"/>
                          <a:pt x="5363308" y="3027891"/>
                        </a:cubicBezTo>
                        <a:cubicBezTo>
                          <a:pt x="5273893" y="3035768"/>
                          <a:pt x="5079504" y="3019166"/>
                          <a:pt x="4948466" y="3027891"/>
                        </a:cubicBezTo>
                        <a:cubicBezTo>
                          <a:pt x="4817428" y="3036616"/>
                          <a:pt x="4540240" y="2976382"/>
                          <a:pt x="4178046" y="3027891"/>
                        </a:cubicBezTo>
                        <a:cubicBezTo>
                          <a:pt x="3815852" y="3079400"/>
                          <a:pt x="3710411" y="3002287"/>
                          <a:pt x="3407626" y="3027891"/>
                        </a:cubicBezTo>
                        <a:cubicBezTo>
                          <a:pt x="3104841" y="3053495"/>
                          <a:pt x="3032760" y="3014440"/>
                          <a:pt x="2726101" y="3027891"/>
                        </a:cubicBezTo>
                        <a:cubicBezTo>
                          <a:pt x="2419443" y="3041342"/>
                          <a:pt x="2322628" y="3020186"/>
                          <a:pt x="2044576" y="3027891"/>
                        </a:cubicBezTo>
                        <a:cubicBezTo>
                          <a:pt x="1766524" y="3035596"/>
                          <a:pt x="1767943" y="2999820"/>
                          <a:pt x="1629734" y="3027891"/>
                        </a:cubicBezTo>
                        <a:cubicBezTo>
                          <a:pt x="1491525" y="3055962"/>
                          <a:pt x="1315937" y="2975592"/>
                          <a:pt x="1037104" y="3027891"/>
                        </a:cubicBezTo>
                        <a:cubicBezTo>
                          <a:pt x="758271" y="3080190"/>
                          <a:pt x="518179" y="2963904"/>
                          <a:pt x="0" y="3027891"/>
                        </a:cubicBezTo>
                        <a:cubicBezTo>
                          <a:pt x="-66798" y="2877219"/>
                          <a:pt x="747" y="2621337"/>
                          <a:pt x="0" y="2462685"/>
                        </a:cubicBezTo>
                        <a:cubicBezTo>
                          <a:pt x="-747" y="2304033"/>
                          <a:pt x="45431" y="2205927"/>
                          <a:pt x="0" y="2018594"/>
                        </a:cubicBezTo>
                        <a:cubicBezTo>
                          <a:pt x="-45431" y="1831261"/>
                          <a:pt x="21278" y="1808885"/>
                          <a:pt x="0" y="1604782"/>
                        </a:cubicBezTo>
                        <a:cubicBezTo>
                          <a:pt x="-21278" y="1400679"/>
                          <a:pt x="39217" y="1235356"/>
                          <a:pt x="0" y="1069855"/>
                        </a:cubicBezTo>
                        <a:cubicBezTo>
                          <a:pt x="-39217" y="904354"/>
                          <a:pt x="56848" y="761314"/>
                          <a:pt x="0" y="595485"/>
                        </a:cubicBezTo>
                        <a:cubicBezTo>
                          <a:pt x="-56848" y="429656"/>
                          <a:pt x="51197" y="16648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6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riya rayaneh\Desktop\power point\_5767135103154242180_121.jpg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68" t="33289" r="3306" b="42636"/>
          <a:stretch/>
        </p:blipFill>
        <p:spPr bwMode="auto">
          <a:xfrm>
            <a:off x="6033863" y="262835"/>
            <a:ext cx="2177561" cy="186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94404" y="256350"/>
                <a:ext cx="7696200" cy="5462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i="1" dirty="0"/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−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−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0 </a:t>
                </a:r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 </m:t>
                    </m:r>
                  </m:oMath>
                </a14:m>
                <a:r>
                  <a:rPr lang="en-US" dirty="0"/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 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+ 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+ D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(0)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(0) =3= B+C+D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C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>
                            <a:latin typeface="Cambria Math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D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i="1">
                        <a:latin typeface="Cambria Math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C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>
                            <a:latin typeface="Cambria Math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D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/>
                  <a:t> = -0.2                D=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A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/>
                  <a:t>=-0.003         B=3.203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04" y="256350"/>
                <a:ext cx="7696200" cy="5462457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71600" y="5080285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𝑜𝑢𝑡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3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203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11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-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FF0000"/>
                        </a:solidFill>
                        <a:latin typeface="Cambria Math"/>
                      </a:rPr>
                      <m:t>0</m:t>
                    </m:r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10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-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0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/>
                      </a:rPr>
                      <m:t>003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080285"/>
                <a:ext cx="6096000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7736890" y="1663964"/>
            <a:ext cx="166803" cy="177463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3905D-34EE-7F44-FDE8-1BE4EBEC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6</a:t>
            </a:fld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4AA78DCF-6CA9-CCA6-10EC-9692072EBF43}"/>
              </a:ext>
            </a:extLst>
          </p:cNvPr>
          <p:cNvSpPr/>
          <p:nvPr/>
        </p:nvSpPr>
        <p:spPr>
          <a:xfrm>
            <a:off x="134566" y="136526"/>
            <a:ext cx="8857034" cy="6111874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6111874"/>
                      <a:gd name="connsiteX1" fmla="*/ 501899 w 8857034"/>
                      <a:gd name="connsiteY1" fmla="*/ 0 h 6111874"/>
                      <a:gd name="connsiteX2" fmla="*/ 1180938 w 8857034"/>
                      <a:gd name="connsiteY2" fmla="*/ 0 h 6111874"/>
                      <a:gd name="connsiteX3" fmla="*/ 1771407 w 8857034"/>
                      <a:gd name="connsiteY3" fmla="*/ 0 h 6111874"/>
                      <a:gd name="connsiteX4" fmla="*/ 2096165 w 8857034"/>
                      <a:gd name="connsiteY4" fmla="*/ 0 h 6111874"/>
                      <a:gd name="connsiteX5" fmla="*/ 2686634 w 8857034"/>
                      <a:gd name="connsiteY5" fmla="*/ 0 h 6111874"/>
                      <a:gd name="connsiteX6" fmla="*/ 3454243 w 8857034"/>
                      <a:gd name="connsiteY6" fmla="*/ 0 h 6111874"/>
                      <a:gd name="connsiteX7" fmla="*/ 3956142 w 8857034"/>
                      <a:gd name="connsiteY7" fmla="*/ 0 h 6111874"/>
                      <a:gd name="connsiteX8" fmla="*/ 4458040 w 8857034"/>
                      <a:gd name="connsiteY8" fmla="*/ 0 h 6111874"/>
                      <a:gd name="connsiteX9" fmla="*/ 4782798 w 8857034"/>
                      <a:gd name="connsiteY9" fmla="*/ 0 h 6111874"/>
                      <a:gd name="connsiteX10" fmla="*/ 5373267 w 8857034"/>
                      <a:gd name="connsiteY10" fmla="*/ 0 h 6111874"/>
                      <a:gd name="connsiteX11" fmla="*/ 6052307 w 8857034"/>
                      <a:gd name="connsiteY11" fmla="*/ 0 h 6111874"/>
                      <a:gd name="connsiteX12" fmla="*/ 6377064 w 8857034"/>
                      <a:gd name="connsiteY12" fmla="*/ 0 h 6111874"/>
                      <a:gd name="connsiteX13" fmla="*/ 6790393 w 8857034"/>
                      <a:gd name="connsiteY13" fmla="*/ 0 h 6111874"/>
                      <a:gd name="connsiteX14" fmla="*/ 7380862 w 8857034"/>
                      <a:gd name="connsiteY14" fmla="*/ 0 h 6111874"/>
                      <a:gd name="connsiteX15" fmla="*/ 8148471 w 8857034"/>
                      <a:gd name="connsiteY15" fmla="*/ 0 h 6111874"/>
                      <a:gd name="connsiteX16" fmla="*/ 8857034 w 8857034"/>
                      <a:gd name="connsiteY16" fmla="*/ 0 h 6111874"/>
                      <a:gd name="connsiteX17" fmla="*/ 8857034 w 8857034"/>
                      <a:gd name="connsiteY17" fmla="*/ 555625 h 6111874"/>
                      <a:gd name="connsiteX18" fmla="*/ 8857034 w 8857034"/>
                      <a:gd name="connsiteY18" fmla="*/ 1172369 h 6111874"/>
                      <a:gd name="connsiteX19" fmla="*/ 8857034 w 8857034"/>
                      <a:gd name="connsiteY19" fmla="*/ 1850231 h 6111874"/>
                      <a:gd name="connsiteX20" fmla="*/ 8857034 w 8857034"/>
                      <a:gd name="connsiteY20" fmla="*/ 2466975 h 6111874"/>
                      <a:gd name="connsiteX21" fmla="*/ 8857034 w 8857034"/>
                      <a:gd name="connsiteY21" fmla="*/ 2961481 h 6111874"/>
                      <a:gd name="connsiteX22" fmla="*/ 8857034 w 8857034"/>
                      <a:gd name="connsiteY22" fmla="*/ 3394868 h 6111874"/>
                      <a:gd name="connsiteX23" fmla="*/ 8857034 w 8857034"/>
                      <a:gd name="connsiteY23" fmla="*/ 3767137 h 6111874"/>
                      <a:gd name="connsiteX24" fmla="*/ 8857034 w 8857034"/>
                      <a:gd name="connsiteY24" fmla="*/ 4261643 h 6111874"/>
                      <a:gd name="connsiteX25" fmla="*/ 8857034 w 8857034"/>
                      <a:gd name="connsiteY25" fmla="*/ 4633912 h 6111874"/>
                      <a:gd name="connsiteX26" fmla="*/ 8857034 w 8857034"/>
                      <a:gd name="connsiteY26" fmla="*/ 5067299 h 6111874"/>
                      <a:gd name="connsiteX27" fmla="*/ 8857034 w 8857034"/>
                      <a:gd name="connsiteY27" fmla="*/ 5622924 h 6111874"/>
                      <a:gd name="connsiteX28" fmla="*/ 8857034 w 8857034"/>
                      <a:gd name="connsiteY28" fmla="*/ 6111874 h 6111874"/>
                      <a:gd name="connsiteX29" fmla="*/ 8089424 w 8857034"/>
                      <a:gd name="connsiteY29" fmla="*/ 6111874 h 6111874"/>
                      <a:gd name="connsiteX30" fmla="*/ 7321815 w 8857034"/>
                      <a:gd name="connsiteY30" fmla="*/ 6111874 h 6111874"/>
                      <a:gd name="connsiteX31" fmla="*/ 6554205 w 8857034"/>
                      <a:gd name="connsiteY31" fmla="*/ 6111874 h 6111874"/>
                      <a:gd name="connsiteX32" fmla="*/ 5875166 w 8857034"/>
                      <a:gd name="connsiteY32" fmla="*/ 6111874 h 6111874"/>
                      <a:gd name="connsiteX33" fmla="*/ 5196127 w 8857034"/>
                      <a:gd name="connsiteY33" fmla="*/ 6111874 h 6111874"/>
                      <a:gd name="connsiteX34" fmla="*/ 4782798 w 8857034"/>
                      <a:gd name="connsiteY34" fmla="*/ 6111874 h 6111874"/>
                      <a:gd name="connsiteX35" fmla="*/ 4192329 w 8857034"/>
                      <a:gd name="connsiteY35" fmla="*/ 6111874 h 6111874"/>
                      <a:gd name="connsiteX36" fmla="*/ 3513290 w 8857034"/>
                      <a:gd name="connsiteY36" fmla="*/ 6111874 h 6111874"/>
                      <a:gd name="connsiteX37" fmla="*/ 2745681 w 8857034"/>
                      <a:gd name="connsiteY37" fmla="*/ 6111874 h 6111874"/>
                      <a:gd name="connsiteX38" fmla="*/ 1978071 w 8857034"/>
                      <a:gd name="connsiteY38" fmla="*/ 6111874 h 6111874"/>
                      <a:gd name="connsiteX39" fmla="*/ 1299032 w 8857034"/>
                      <a:gd name="connsiteY39" fmla="*/ 6111874 h 6111874"/>
                      <a:gd name="connsiteX40" fmla="*/ 797133 w 8857034"/>
                      <a:gd name="connsiteY40" fmla="*/ 6111874 h 6111874"/>
                      <a:gd name="connsiteX41" fmla="*/ 0 w 8857034"/>
                      <a:gd name="connsiteY41" fmla="*/ 6111874 h 6111874"/>
                      <a:gd name="connsiteX42" fmla="*/ 0 w 8857034"/>
                      <a:gd name="connsiteY42" fmla="*/ 5739605 h 6111874"/>
                      <a:gd name="connsiteX43" fmla="*/ 0 w 8857034"/>
                      <a:gd name="connsiteY43" fmla="*/ 5367337 h 6111874"/>
                      <a:gd name="connsiteX44" fmla="*/ 0 w 8857034"/>
                      <a:gd name="connsiteY44" fmla="*/ 4872830 h 6111874"/>
                      <a:gd name="connsiteX45" fmla="*/ 0 w 8857034"/>
                      <a:gd name="connsiteY45" fmla="*/ 4378324 h 6111874"/>
                      <a:gd name="connsiteX46" fmla="*/ 0 w 8857034"/>
                      <a:gd name="connsiteY46" fmla="*/ 3944937 h 6111874"/>
                      <a:gd name="connsiteX47" fmla="*/ 0 w 8857034"/>
                      <a:gd name="connsiteY47" fmla="*/ 3389312 h 6111874"/>
                      <a:gd name="connsiteX48" fmla="*/ 0 w 8857034"/>
                      <a:gd name="connsiteY48" fmla="*/ 3017043 h 6111874"/>
                      <a:gd name="connsiteX49" fmla="*/ 0 w 8857034"/>
                      <a:gd name="connsiteY49" fmla="*/ 2339181 h 6111874"/>
                      <a:gd name="connsiteX50" fmla="*/ 0 w 8857034"/>
                      <a:gd name="connsiteY50" fmla="*/ 1661318 h 6111874"/>
                      <a:gd name="connsiteX51" fmla="*/ 0 w 8857034"/>
                      <a:gd name="connsiteY51" fmla="*/ 1289050 h 6111874"/>
                      <a:gd name="connsiteX52" fmla="*/ 0 w 8857034"/>
                      <a:gd name="connsiteY52" fmla="*/ 794544 h 6111874"/>
                      <a:gd name="connsiteX53" fmla="*/ 0 w 8857034"/>
                      <a:gd name="connsiteY53" fmla="*/ 0 h 61118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</a:cxnLst>
                    <a:rect l="l" t="t" r="r" b="b"/>
                    <a:pathLst>
                      <a:path w="8857034" h="6111874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63255" y="265663"/>
                          <a:pt x="8807234" y="414323"/>
                          <a:pt x="8857034" y="555625"/>
                        </a:cubicBezTo>
                        <a:cubicBezTo>
                          <a:pt x="8906834" y="696927"/>
                          <a:pt x="8840598" y="896504"/>
                          <a:pt x="8857034" y="1172369"/>
                        </a:cubicBezTo>
                        <a:cubicBezTo>
                          <a:pt x="8873470" y="1448234"/>
                          <a:pt x="8789771" y="1709488"/>
                          <a:pt x="8857034" y="1850231"/>
                        </a:cubicBezTo>
                        <a:cubicBezTo>
                          <a:pt x="8924297" y="1990974"/>
                          <a:pt x="8845717" y="2259361"/>
                          <a:pt x="8857034" y="2466975"/>
                        </a:cubicBezTo>
                        <a:cubicBezTo>
                          <a:pt x="8868351" y="2674589"/>
                          <a:pt x="8828512" y="2798048"/>
                          <a:pt x="8857034" y="2961481"/>
                        </a:cubicBezTo>
                        <a:cubicBezTo>
                          <a:pt x="8885556" y="3124914"/>
                          <a:pt x="8849770" y="3204197"/>
                          <a:pt x="8857034" y="3394868"/>
                        </a:cubicBezTo>
                        <a:cubicBezTo>
                          <a:pt x="8864298" y="3585539"/>
                          <a:pt x="8854525" y="3612726"/>
                          <a:pt x="8857034" y="3767137"/>
                        </a:cubicBezTo>
                        <a:cubicBezTo>
                          <a:pt x="8859543" y="3921548"/>
                          <a:pt x="8813879" y="4122375"/>
                          <a:pt x="8857034" y="4261643"/>
                        </a:cubicBezTo>
                        <a:cubicBezTo>
                          <a:pt x="8900189" y="4400911"/>
                          <a:pt x="8840449" y="4498735"/>
                          <a:pt x="8857034" y="4633912"/>
                        </a:cubicBezTo>
                        <a:cubicBezTo>
                          <a:pt x="8873619" y="4769089"/>
                          <a:pt x="8836009" y="4854059"/>
                          <a:pt x="8857034" y="5067299"/>
                        </a:cubicBezTo>
                        <a:cubicBezTo>
                          <a:pt x="8878059" y="5280539"/>
                          <a:pt x="8840333" y="5459351"/>
                          <a:pt x="8857034" y="5622924"/>
                        </a:cubicBezTo>
                        <a:cubicBezTo>
                          <a:pt x="8873735" y="5786498"/>
                          <a:pt x="8839796" y="5949130"/>
                          <a:pt x="8857034" y="6111874"/>
                        </a:cubicBezTo>
                        <a:cubicBezTo>
                          <a:pt x="8526648" y="6152978"/>
                          <a:pt x="8370380" y="6040128"/>
                          <a:pt x="8089424" y="6111874"/>
                        </a:cubicBezTo>
                        <a:cubicBezTo>
                          <a:pt x="7808468" y="6183620"/>
                          <a:pt x="7683178" y="6045904"/>
                          <a:pt x="7321815" y="6111874"/>
                        </a:cubicBezTo>
                        <a:cubicBezTo>
                          <a:pt x="6960452" y="6177844"/>
                          <a:pt x="6763779" y="6070960"/>
                          <a:pt x="6554205" y="6111874"/>
                        </a:cubicBezTo>
                        <a:cubicBezTo>
                          <a:pt x="6344631" y="6152788"/>
                          <a:pt x="6027165" y="6073516"/>
                          <a:pt x="5875166" y="6111874"/>
                        </a:cubicBezTo>
                        <a:cubicBezTo>
                          <a:pt x="5723167" y="6150232"/>
                          <a:pt x="5476286" y="6081441"/>
                          <a:pt x="5196127" y="6111874"/>
                        </a:cubicBezTo>
                        <a:cubicBezTo>
                          <a:pt x="4915968" y="6142307"/>
                          <a:pt x="4968811" y="6076664"/>
                          <a:pt x="4782798" y="6111874"/>
                        </a:cubicBezTo>
                        <a:cubicBezTo>
                          <a:pt x="4596785" y="6147084"/>
                          <a:pt x="4384989" y="6094799"/>
                          <a:pt x="4192329" y="6111874"/>
                        </a:cubicBezTo>
                        <a:cubicBezTo>
                          <a:pt x="3999669" y="6128949"/>
                          <a:pt x="3657666" y="6042397"/>
                          <a:pt x="3513290" y="6111874"/>
                        </a:cubicBezTo>
                        <a:cubicBezTo>
                          <a:pt x="3368914" y="6181351"/>
                          <a:pt x="2968480" y="6024802"/>
                          <a:pt x="2745681" y="6111874"/>
                        </a:cubicBezTo>
                        <a:cubicBezTo>
                          <a:pt x="2522882" y="6198946"/>
                          <a:pt x="2312265" y="6055487"/>
                          <a:pt x="1978071" y="6111874"/>
                        </a:cubicBezTo>
                        <a:cubicBezTo>
                          <a:pt x="1643877" y="6168261"/>
                          <a:pt x="1532631" y="6059313"/>
                          <a:pt x="1299032" y="6111874"/>
                        </a:cubicBezTo>
                        <a:cubicBezTo>
                          <a:pt x="1065433" y="6164435"/>
                          <a:pt x="1029547" y="6102911"/>
                          <a:pt x="797133" y="6111874"/>
                        </a:cubicBezTo>
                        <a:cubicBezTo>
                          <a:pt x="564719" y="6120837"/>
                          <a:pt x="327131" y="6069707"/>
                          <a:pt x="0" y="6111874"/>
                        </a:cubicBezTo>
                        <a:cubicBezTo>
                          <a:pt x="-5956" y="6034470"/>
                          <a:pt x="41208" y="5836915"/>
                          <a:pt x="0" y="5739605"/>
                        </a:cubicBezTo>
                        <a:cubicBezTo>
                          <a:pt x="-41208" y="5642295"/>
                          <a:pt x="11017" y="5549481"/>
                          <a:pt x="0" y="5367337"/>
                        </a:cubicBezTo>
                        <a:cubicBezTo>
                          <a:pt x="-11017" y="5185193"/>
                          <a:pt x="3944" y="5039696"/>
                          <a:pt x="0" y="4872830"/>
                        </a:cubicBezTo>
                        <a:cubicBezTo>
                          <a:pt x="-3944" y="4705964"/>
                          <a:pt x="23144" y="4567761"/>
                          <a:pt x="0" y="4378324"/>
                        </a:cubicBezTo>
                        <a:cubicBezTo>
                          <a:pt x="-23144" y="4188887"/>
                          <a:pt x="13967" y="4048240"/>
                          <a:pt x="0" y="3944937"/>
                        </a:cubicBezTo>
                        <a:cubicBezTo>
                          <a:pt x="-13967" y="3841634"/>
                          <a:pt x="11286" y="3501032"/>
                          <a:pt x="0" y="3389312"/>
                        </a:cubicBezTo>
                        <a:cubicBezTo>
                          <a:pt x="-11286" y="3277593"/>
                          <a:pt x="6660" y="3094823"/>
                          <a:pt x="0" y="3017043"/>
                        </a:cubicBezTo>
                        <a:cubicBezTo>
                          <a:pt x="-6660" y="2939263"/>
                          <a:pt x="16302" y="2476354"/>
                          <a:pt x="0" y="2339181"/>
                        </a:cubicBezTo>
                        <a:cubicBezTo>
                          <a:pt x="-16302" y="2202008"/>
                          <a:pt x="43860" y="1982753"/>
                          <a:pt x="0" y="1661318"/>
                        </a:cubicBezTo>
                        <a:cubicBezTo>
                          <a:pt x="-43860" y="1339883"/>
                          <a:pt x="38273" y="1429339"/>
                          <a:pt x="0" y="1289050"/>
                        </a:cubicBezTo>
                        <a:cubicBezTo>
                          <a:pt x="-38273" y="1148761"/>
                          <a:pt x="22770" y="1013353"/>
                          <a:pt x="0" y="794544"/>
                        </a:cubicBezTo>
                        <a:cubicBezTo>
                          <a:pt x="-22770" y="575735"/>
                          <a:pt x="5417" y="3030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92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846613-50C1-3F3C-1BF8-751E4E53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A56C33D-FC76-7A8E-198C-341DE0106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8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Rectangle 107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73" y="655782"/>
            <a:ext cx="3213314" cy="4068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پاسخ ورودی پلّه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A332B-611F-1997-B422-F1E78C3D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50" y="3246439"/>
            <a:ext cx="504718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83CAC45-947B-44DC-9766-C2EC00A69539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CB2A2B1E-D5BF-27FB-1FAB-549A487DD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" t="10126" r="4471" b="9288"/>
          <a:stretch/>
        </p:blipFill>
        <p:spPr bwMode="auto">
          <a:xfrm>
            <a:off x="5052877" y="2539613"/>
            <a:ext cx="3608513" cy="177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78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riya rayaneh\Desktop\power point\_5767135103154242180_121.jpg">
            <a:extLst>
              <a:ext uri="{FF2B5EF4-FFF2-40B4-BE49-F238E27FC236}">
                <a16:creationId xmlns:a16="http://schemas.microsoft.com/office/drawing/2014/main" id="{ABDFAA00-6FC8-436A-8798-3C1840BD2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4" t="33194" r="15884" b="47194"/>
          <a:stretch/>
        </p:blipFill>
        <p:spPr bwMode="auto">
          <a:xfrm>
            <a:off x="4722880" y="3349612"/>
            <a:ext cx="3881367" cy="201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839BFF8-7A6B-484F-B2F4-7A1600607693}"/>
              </a:ext>
            </a:extLst>
          </p:cNvPr>
          <p:cNvSpPr/>
          <p:nvPr/>
        </p:nvSpPr>
        <p:spPr>
          <a:xfrm>
            <a:off x="7401888" y="5074168"/>
            <a:ext cx="212867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9ACABF-1DFD-49C7-A13B-840D457AB251}"/>
                  </a:ext>
                </a:extLst>
              </p:cNvPr>
              <p:cNvSpPr txBox="1"/>
              <p:nvPr/>
            </p:nvSpPr>
            <p:spPr>
              <a:xfrm>
                <a:off x="7320444" y="4996003"/>
                <a:ext cx="1419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9ACABF-1DFD-49C7-A13B-840D457A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444" y="4996003"/>
                <a:ext cx="141911" cy="338554"/>
              </a:xfrm>
              <a:prstGeom prst="rect">
                <a:avLst/>
              </a:prstGeom>
              <a:blipFill>
                <a:blip r:embed="rId3"/>
                <a:stretch>
                  <a:fillRect r="-1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FF71EF69-C676-4180-9A31-2CEFD65D2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6" t="48564" r="38639" b="20020"/>
          <a:stretch/>
        </p:blipFill>
        <p:spPr bwMode="auto">
          <a:xfrm>
            <a:off x="4987163" y="690894"/>
            <a:ext cx="3352800" cy="157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A076927-6EC5-44F5-99AA-7AD7F2DBB9B7}"/>
              </a:ext>
            </a:extLst>
          </p:cNvPr>
          <p:cNvSpPr/>
          <p:nvPr/>
        </p:nvSpPr>
        <p:spPr>
          <a:xfrm>
            <a:off x="7120763" y="90346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CB859D-9864-40B1-810E-AA6CAF650227}"/>
                  </a:ext>
                </a:extLst>
              </p:cNvPr>
              <p:cNvSpPr txBox="1"/>
              <p:nvPr/>
            </p:nvSpPr>
            <p:spPr>
              <a:xfrm>
                <a:off x="7044563" y="825300"/>
                <a:ext cx="152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CB859D-9864-40B1-810E-AA6CAF650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563" y="825300"/>
                <a:ext cx="152400" cy="338554"/>
              </a:xfrm>
              <a:prstGeom prst="rect">
                <a:avLst/>
              </a:prstGeom>
              <a:blipFill>
                <a:blip r:embed="rId5"/>
                <a:stretch>
                  <a:fillRect r="-1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B0DF0-55EC-4A2D-9DF0-DA70B80D1DA1}"/>
                  </a:ext>
                </a:extLst>
              </p:cNvPr>
              <p:cNvSpPr txBox="1"/>
              <p:nvPr/>
            </p:nvSpPr>
            <p:spPr>
              <a:xfrm>
                <a:off x="359212" y="290444"/>
                <a:ext cx="4179552" cy="261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800" dirty="0"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 k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k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k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k=1</a:t>
                </a:r>
                <a:endParaRPr lang="fa-IR" dirty="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 sz="18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</a:t>
                </a: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B0DF0-55EC-4A2D-9DF0-DA70B80D1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12" y="290444"/>
                <a:ext cx="4179552" cy="2619179"/>
              </a:xfrm>
              <a:prstGeom prst="rect">
                <a:avLst/>
              </a:prstGeom>
              <a:blipFill>
                <a:blip r:embed="rId6"/>
                <a:stretch>
                  <a:fillRect l="-1312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E6E3FA-403E-652F-02BB-3317D00E0F63}"/>
                  </a:ext>
                </a:extLst>
              </p:cNvPr>
              <p:cNvSpPr txBox="1"/>
              <p:nvPr/>
            </p:nvSpPr>
            <p:spPr>
              <a:xfrm>
                <a:off x="237672" y="4344493"/>
                <a:ext cx="9001328" cy="254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fa-IR" sz="18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         </m:t>
                    </m:r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 + 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t</m:t>
                            </m:r>
                          </m:e>
                        </m:d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. 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t</m:t>
                            </m:r>
                          </m:e>
                        </m:d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A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 u(t)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𝐴𝑐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𝐵𝑐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A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B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endParaRPr lang="fa-I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E6E3FA-403E-652F-02BB-3317D00E0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72" y="4344493"/>
                <a:ext cx="9001328" cy="2545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10">
            <a:extLst>
              <a:ext uri="{FF2B5EF4-FFF2-40B4-BE49-F238E27FC236}">
                <a16:creationId xmlns:a16="http://schemas.microsoft.com/office/drawing/2014/main" id="{071DD96A-BE8E-47C9-7069-FF50B9CB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0" y="-990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1R1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c2c1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1R6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-A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c2c1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R2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AR6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836AE1A0-431C-9C1F-F385-BF0C3F18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0" y="-533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A= 1.01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Ac2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Bc2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B=-0.01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v1=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1.01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e-t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R2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c1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 u(t)  - 0.01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e-t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R6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c2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 u(t)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524A3-C8D5-9737-3FD0-90845D55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9</a:t>
            </a:fld>
            <a:endParaRPr lang="en-US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C15D5877-D521-2482-BD2D-B59F0C5171B1}"/>
              </a:ext>
            </a:extLst>
          </p:cNvPr>
          <p:cNvSpPr/>
          <p:nvPr/>
        </p:nvSpPr>
        <p:spPr>
          <a:xfrm>
            <a:off x="134566" y="234314"/>
            <a:ext cx="8857034" cy="2731440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731440"/>
                      <a:gd name="connsiteX1" fmla="*/ 501899 w 8857034"/>
                      <a:gd name="connsiteY1" fmla="*/ 0 h 2731440"/>
                      <a:gd name="connsiteX2" fmla="*/ 1180938 w 8857034"/>
                      <a:gd name="connsiteY2" fmla="*/ 0 h 2731440"/>
                      <a:gd name="connsiteX3" fmla="*/ 1771407 w 8857034"/>
                      <a:gd name="connsiteY3" fmla="*/ 0 h 2731440"/>
                      <a:gd name="connsiteX4" fmla="*/ 2096165 w 8857034"/>
                      <a:gd name="connsiteY4" fmla="*/ 0 h 2731440"/>
                      <a:gd name="connsiteX5" fmla="*/ 2686634 w 8857034"/>
                      <a:gd name="connsiteY5" fmla="*/ 0 h 2731440"/>
                      <a:gd name="connsiteX6" fmla="*/ 3454243 w 8857034"/>
                      <a:gd name="connsiteY6" fmla="*/ 0 h 2731440"/>
                      <a:gd name="connsiteX7" fmla="*/ 3956142 w 8857034"/>
                      <a:gd name="connsiteY7" fmla="*/ 0 h 2731440"/>
                      <a:gd name="connsiteX8" fmla="*/ 4458040 w 8857034"/>
                      <a:gd name="connsiteY8" fmla="*/ 0 h 2731440"/>
                      <a:gd name="connsiteX9" fmla="*/ 4782798 w 8857034"/>
                      <a:gd name="connsiteY9" fmla="*/ 0 h 2731440"/>
                      <a:gd name="connsiteX10" fmla="*/ 5373267 w 8857034"/>
                      <a:gd name="connsiteY10" fmla="*/ 0 h 2731440"/>
                      <a:gd name="connsiteX11" fmla="*/ 6052307 w 8857034"/>
                      <a:gd name="connsiteY11" fmla="*/ 0 h 2731440"/>
                      <a:gd name="connsiteX12" fmla="*/ 6377064 w 8857034"/>
                      <a:gd name="connsiteY12" fmla="*/ 0 h 2731440"/>
                      <a:gd name="connsiteX13" fmla="*/ 6790393 w 8857034"/>
                      <a:gd name="connsiteY13" fmla="*/ 0 h 2731440"/>
                      <a:gd name="connsiteX14" fmla="*/ 7380862 w 8857034"/>
                      <a:gd name="connsiteY14" fmla="*/ 0 h 2731440"/>
                      <a:gd name="connsiteX15" fmla="*/ 8148471 w 8857034"/>
                      <a:gd name="connsiteY15" fmla="*/ 0 h 2731440"/>
                      <a:gd name="connsiteX16" fmla="*/ 8857034 w 8857034"/>
                      <a:gd name="connsiteY16" fmla="*/ 0 h 2731440"/>
                      <a:gd name="connsiteX17" fmla="*/ 8857034 w 8857034"/>
                      <a:gd name="connsiteY17" fmla="*/ 546288 h 2731440"/>
                      <a:gd name="connsiteX18" fmla="*/ 8857034 w 8857034"/>
                      <a:gd name="connsiteY18" fmla="*/ 1119890 h 2731440"/>
                      <a:gd name="connsiteX19" fmla="*/ 8857034 w 8857034"/>
                      <a:gd name="connsiteY19" fmla="*/ 1720807 h 2731440"/>
                      <a:gd name="connsiteX20" fmla="*/ 8857034 w 8857034"/>
                      <a:gd name="connsiteY20" fmla="*/ 2731440 h 2731440"/>
                      <a:gd name="connsiteX21" fmla="*/ 8355135 w 8857034"/>
                      <a:gd name="connsiteY21" fmla="*/ 2731440 h 2731440"/>
                      <a:gd name="connsiteX22" fmla="*/ 7941807 w 8857034"/>
                      <a:gd name="connsiteY22" fmla="*/ 2731440 h 2731440"/>
                      <a:gd name="connsiteX23" fmla="*/ 7439909 w 8857034"/>
                      <a:gd name="connsiteY23" fmla="*/ 2731440 h 2731440"/>
                      <a:gd name="connsiteX24" fmla="*/ 6672299 w 8857034"/>
                      <a:gd name="connsiteY24" fmla="*/ 2731440 h 2731440"/>
                      <a:gd name="connsiteX25" fmla="*/ 6170400 w 8857034"/>
                      <a:gd name="connsiteY25" fmla="*/ 2731440 h 2731440"/>
                      <a:gd name="connsiteX26" fmla="*/ 5491361 w 8857034"/>
                      <a:gd name="connsiteY26" fmla="*/ 2731440 h 2731440"/>
                      <a:gd name="connsiteX27" fmla="*/ 5166603 w 8857034"/>
                      <a:gd name="connsiteY27" fmla="*/ 2731440 h 2731440"/>
                      <a:gd name="connsiteX28" fmla="*/ 4841845 w 8857034"/>
                      <a:gd name="connsiteY28" fmla="*/ 2731440 h 2731440"/>
                      <a:gd name="connsiteX29" fmla="*/ 4428517 w 8857034"/>
                      <a:gd name="connsiteY29" fmla="*/ 2731440 h 2731440"/>
                      <a:gd name="connsiteX30" fmla="*/ 3660907 w 8857034"/>
                      <a:gd name="connsiteY30" fmla="*/ 2731440 h 2731440"/>
                      <a:gd name="connsiteX31" fmla="*/ 2893298 w 8857034"/>
                      <a:gd name="connsiteY31" fmla="*/ 2731440 h 2731440"/>
                      <a:gd name="connsiteX32" fmla="*/ 2214259 w 8857034"/>
                      <a:gd name="connsiteY32" fmla="*/ 2731440 h 2731440"/>
                      <a:gd name="connsiteX33" fmla="*/ 1535219 w 8857034"/>
                      <a:gd name="connsiteY33" fmla="*/ 2731440 h 2731440"/>
                      <a:gd name="connsiteX34" fmla="*/ 1121891 w 8857034"/>
                      <a:gd name="connsiteY34" fmla="*/ 2731440 h 2731440"/>
                      <a:gd name="connsiteX35" fmla="*/ 531422 w 8857034"/>
                      <a:gd name="connsiteY35" fmla="*/ 2731440 h 2731440"/>
                      <a:gd name="connsiteX36" fmla="*/ 0 w 8857034"/>
                      <a:gd name="connsiteY36" fmla="*/ 2731440 h 2731440"/>
                      <a:gd name="connsiteX37" fmla="*/ 0 w 8857034"/>
                      <a:gd name="connsiteY37" fmla="*/ 2130523 h 2731440"/>
                      <a:gd name="connsiteX38" fmla="*/ 0 w 8857034"/>
                      <a:gd name="connsiteY38" fmla="*/ 1638864 h 2731440"/>
                      <a:gd name="connsiteX39" fmla="*/ 0 w 8857034"/>
                      <a:gd name="connsiteY39" fmla="*/ 1174519 h 2731440"/>
                      <a:gd name="connsiteX40" fmla="*/ 0 w 8857034"/>
                      <a:gd name="connsiteY40" fmla="*/ 600917 h 2731440"/>
                      <a:gd name="connsiteX41" fmla="*/ 0 w 8857034"/>
                      <a:gd name="connsiteY41" fmla="*/ 0 h 27314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731440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91459" y="222028"/>
                          <a:pt x="8844535" y="333461"/>
                          <a:pt x="8857034" y="546288"/>
                        </a:cubicBezTo>
                        <a:cubicBezTo>
                          <a:pt x="8869533" y="759115"/>
                          <a:pt x="8835515" y="963107"/>
                          <a:pt x="8857034" y="1119890"/>
                        </a:cubicBezTo>
                        <a:cubicBezTo>
                          <a:pt x="8878553" y="1276673"/>
                          <a:pt x="8787429" y="1592057"/>
                          <a:pt x="8857034" y="1720807"/>
                        </a:cubicBezTo>
                        <a:cubicBezTo>
                          <a:pt x="8926639" y="1849557"/>
                          <a:pt x="8785713" y="2519736"/>
                          <a:pt x="8857034" y="2731440"/>
                        </a:cubicBezTo>
                        <a:cubicBezTo>
                          <a:pt x="8660783" y="2751820"/>
                          <a:pt x="8554300" y="2727600"/>
                          <a:pt x="8355135" y="2731440"/>
                        </a:cubicBezTo>
                        <a:cubicBezTo>
                          <a:pt x="8155970" y="2735280"/>
                          <a:pt x="8141653" y="2716524"/>
                          <a:pt x="7941807" y="2731440"/>
                        </a:cubicBezTo>
                        <a:cubicBezTo>
                          <a:pt x="7741961" y="2746356"/>
                          <a:pt x="7572366" y="2694848"/>
                          <a:pt x="7439909" y="2731440"/>
                        </a:cubicBezTo>
                        <a:cubicBezTo>
                          <a:pt x="7307452" y="2768032"/>
                          <a:pt x="6904208" y="2654048"/>
                          <a:pt x="6672299" y="2731440"/>
                        </a:cubicBezTo>
                        <a:cubicBezTo>
                          <a:pt x="6440390" y="2808832"/>
                          <a:pt x="6398231" y="2687710"/>
                          <a:pt x="6170400" y="2731440"/>
                        </a:cubicBezTo>
                        <a:cubicBezTo>
                          <a:pt x="5942569" y="2775170"/>
                          <a:pt x="5786049" y="2710501"/>
                          <a:pt x="5491361" y="2731440"/>
                        </a:cubicBezTo>
                        <a:cubicBezTo>
                          <a:pt x="5196673" y="2752379"/>
                          <a:pt x="5298517" y="2716444"/>
                          <a:pt x="5166603" y="2731440"/>
                        </a:cubicBezTo>
                        <a:cubicBezTo>
                          <a:pt x="5034689" y="2746436"/>
                          <a:pt x="4945867" y="2699494"/>
                          <a:pt x="4841845" y="2731440"/>
                        </a:cubicBezTo>
                        <a:cubicBezTo>
                          <a:pt x="4737823" y="2763386"/>
                          <a:pt x="4520842" y="2687494"/>
                          <a:pt x="4428517" y="2731440"/>
                        </a:cubicBezTo>
                        <a:cubicBezTo>
                          <a:pt x="4336192" y="2775386"/>
                          <a:pt x="4025230" y="2667778"/>
                          <a:pt x="3660907" y="2731440"/>
                        </a:cubicBezTo>
                        <a:cubicBezTo>
                          <a:pt x="3296584" y="2795102"/>
                          <a:pt x="3101358" y="2685783"/>
                          <a:pt x="2893298" y="2731440"/>
                        </a:cubicBezTo>
                        <a:cubicBezTo>
                          <a:pt x="2685238" y="2777097"/>
                          <a:pt x="2366258" y="2693082"/>
                          <a:pt x="2214259" y="2731440"/>
                        </a:cubicBezTo>
                        <a:cubicBezTo>
                          <a:pt x="2062260" y="2769798"/>
                          <a:pt x="1816775" y="2706412"/>
                          <a:pt x="1535219" y="2731440"/>
                        </a:cubicBezTo>
                        <a:cubicBezTo>
                          <a:pt x="1253663" y="2756468"/>
                          <a:pt x="1302671" y="2689349"/>
                          <a:pt x="1121891" y="2731440"/>
                        </a:cubicBezTo>
                        <a:cubicBezTo>
                          <a:pt x="941111" y="2773531"/>
                          <a:pt x="724082" y="2714365"/>
                          <a:pt x="531422" y="2731440"/>
                        </a:cubicBezTo>
                        <a:cubicBezTo>
                          <a:pt x="338762" y="2748515"/>
                          <a:pt x="241924" y="2672605"/>
                          <a:pt x="0" y="2731440"/>
                        </a:cubicBezTo>
                        <a:cubicBezTo>
                          <a:pt x="-53211" y="2482189"/>
                          <a:pt x="2089" y="2372194"/>
                          <a:pt x="0" y="2130523"/>
                        </a:cubicBezTo>
                        <a:cubicBezTo>
                          <a:pt x="-2089" y="1888852"/>
                          <a:pt x="19160" y="1743879"/>
                          <a:pt x="0" y="1638864"/>
                        </a:cubicBezTo>
                        <a:cubicBezTo>
                          <a:pt x="-19160" y="1533849"/>
                          <a:pt x="16333" y="1371875"/>
                          <a:pt x="0" y="1174519"/>
                        </a:cubicBezTo>
                        <a:cubicBezTo>
                          <a:pt x="-16333" y="977164"/>
                          <a:pt x="11531" y="880890"/>
                          <a:pt x="0" y="600917"/>
                        </a:cubicBezTo>
                        <a:cubicBezTo>
                          <a:pt x="-11531" y="320944"/>
                          <a:pt x="1837" y="18560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2BE6F4C2-6154-469A-0764-1E4DC0549400}"/>
              </a:ext>
            </a:extLst>
          </p:cNvPr>
          <p:cNvSpPr/>
          <p:nvPr/>
        </p:nvSpPr>
        <p:spPr>
          <a:xfrm>
            <a:off x="134566" y="3139514"/>
            <a:ext cx="8857034" cy="358196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3581961"/>
                      <a:gd name="connsiteX1" fmla="*/ 501899 w 8857034"/>
                      <a:gd name="connsiteY1" fmla="*/ 0 h 3581961"/>
                      <a:gd name="connsiteX2" fmla="*/ 1180938 w 8857034"/>
                      <a:gd name="connsiteY2" fmla="*/ 0 h 3581961"/>
                      <a:gd name="connsiteX3" fmla="*/ 1771407 w 8857034"/>
                      <a:gd name="connsiteY3" fmla="*/ 0 h 3581961"/>
                      <a:gd name="connsiteX4" fmla="*/ 2096165 w 8857034"/>
                      <a:gd name="connsiteY4" fmla="*/ 0 h 3581961"/>
                      <a:gd name="connsiteX5" fmla="*/ 2686634 w 8857034"/>
                      <a:gd name="connsiteY5" fmla="*/ 0 h 3581961"/>
                      <a:gd name="connsiteX6" fmla="*/ 3454243 w 8857034"/>
                      <a:gd name="connsiteY6" fmla="*/ 0 h 3581961"/>
                      <a:gd name="connsiteX7" fmla="*/ 3956142 w 8857034"/>
                      <a:gd name="connsiteY7" fmla="*/ 0 h 3581961"/>
                      <a:gd name="connsiteX8" fmla="*/ 4458040 w 8857034"/>
                      <a:gd name="connsiteY8" fmla="*/ 0 h 3581961"/>
                      <a:gd name="connsiteX9" fmla="*/ 4782798 w 8857034"/>
                      <a:gd name="connsiteY9" fmla="*/ 0 h 3581961"/>
                      <a:gd name="connsiteX10" fmla="*/ 5373267 w 8857034"/>
                      <a:gd name="connsiteY10" fmla="*/ 0 h 3581961"/>
                      <a:gd name="connsiteX11" fmla="*/ 6052307 w 8857034"/>
                      <a:gd name="connsiteY11" fmla="*/ 0 h 3581961"/>
                      <a:gd name="connsiteX12" fmla="*/ 6377064 w 8857034"/>
                      <a:gd name="connsiteY12" fmla="*/ 0 h 3581961"/>
                      <a:gd name="connsiteX13" fmla="*/ 6790393 w 8857034"/>
                      <a:gd name="connsiteY13" fmla="*/ 0 h 3581961"/>
                      <a:gd name="connsiteX14" fmla="*/ 7380862 w 8857034"/>
                      <a:gd name="connsiteY14" fmla="*/ 0 h 3581961"/>
                      <a:gd name="connsiteX15" fmla="*/ 8148471 w 8857034"/>
                      <a:gd name="connsiteY15" fmla="*/ 0 h 3581961"/>
                      <a:gd name="connsiteX16" fmla="*/ 8857034 w 8857034"/>
                      <a:gd name="connsiteY16" fmla="*/ 0 h 3581961"/>
                      <a:gd name="connsiteX17" fmla="*/ 8857034 w 8857034"/>
                      <a:gd name="connsiteY17" fmla="*/ 596994 h 3581961"/>
                      <a:gd name="connsiteX18" fmla="*/ 8857034 w 8857034"/>
                      <a:gd name="connsiteY18" fmla="*/ 1229807 h 3581961"/>
                      <a:gd name="connsiteX19" fmla="*/ 8857034 w 8857034"/>
                      <a:gd name="connsiteY19" fmla="*/ 1898439 h 3581961"/>
                      <a:gd name="connsiteX20" fmla="*/ 8857034 w 8857034"/>
                      <a:gd name="connsiteY20" fmla="*/ 2531252 h 3581961"/>
                      <a:gd name="connsiteX21" fmla="*/ 8857034 w 8857034"/>
                      <a:gd name="connsiteY21" fmla="*/ 3581961 h 3581961"/>
                      <a:gd name="connsiteX22" fmla="*/ 8443706 w 8857034"/>
                      <a:gd name="connsiteY22" fmla="*/ 3581961 h 3581961"/>
                      <a:gd name="connsiteX23" fmla="*/ 7941807 w 8857034"/>
                      <a:gd name="connsiteY23" fmla="*/ 3581961 h 3581961"/>
                      <a:gd name="connsiteX24" fmla="*/ 7174198 w 8857034"/>
                      <a:gd name="connsiteY24" fmla="*/ 3581961 h 3581961"/>
                      <a:gd name="connsiteX25" fmla="*/ 6672299 w 8857034"/>
                      <a:gd name="connsiteY25" fmla="*/ 3581961 h 3581961"/>
                      <a:gd name="connsiteX26" fmla="*/ 5993260 w 8857034"/>
                      <a:gd name="connsiteY26" fmla="*/ 3581961 h 3581961"/>
                      <a:gd name="connsiteX27" fmla="*/ 5668502 w 8857034"/>
                      <a:gd name="connsiteY27" fmla="*/ 3581961 h 3581961"/>
                      <a:gd name="connsiteX28" fmla="*/ 5343744 w 8857034"/>
                      <a:gd name="connsiteY28" fmla="*/ 3581961 h 3581961"/>
                      <a:gd name="connsiteX29" fmla="*/ 4930416 w 8857034"/>
                      <a:gd name="connsiteY29" fmla="*/ 3581961 h 3581961"/>
                      <a:gd name="connsiteX30" fmla="*/ 4162806 w 8857034"/>
                      <a:gd name="connsiteY30" fmla="*/ 3581961 h 3581961"/>
                      <a:gd name="connsiteX31" fmla="*/ 3395196 w 8857034"/>
                      <a:gd name="connsiteY31" fmla="*/ 3581961 h 3581961"/>
                      <a:gd name="connsiteX32" fmla="*/ 2716157 w 8857034"/>
                      <a:gd name="connsiteY32" fmla="*/ 3581961 h 3581961"/>
                      <a:gd name="connsiteX33" fmla="*/ 2037118 w 8857034"/>
                      <a:gd name="connsiteY33" fmla="*/ 3581961 h 3581961"/>
                      <a:gd name="connsiteX34" fmla="*/ 1623790 w 8857034"/>
                      <a:gd name="connsiteY34" fmla="*/ 3581961 h 3581961"/>
                      <a:gd name="connsiteX35" fmla="*/ 1033321 w 8857034"/>
                      <a:gd name="connsiteY35" fmla="*/ 3581961 h 3581961"/>
                      <a:gd name="connsiteX36" fmla="*/ 0 w 8857034"/>
                      <a:gd name="connsiteY36" fmla="*/ 3581961 h 3581961"/>
                      <a:gd name="connsiteX37" fmla="*/ 0 w 8857034"/>
                      <a:gd name="connsiteY37" fmla="*/ 2913328 h 3581961"/>
                      <a:gd name="connsiteX38" fmla="*/ 0 w 8857034"/>
                      <a:gd name="connsiteY38" fmla="*/ 2387974 h 3581961"/>
                      <a:gd name="connsiteX39" fmla="*/ 0 w 8857034"/>
                      <a:gd name="connsiteY39" fmla="*/ 1898439 h 3581961"/>
                      <a:gd name="connsiteX40" fmla="*/ 0 w 8857034"/>
                      <a:gd name="connsiteY40" fmla="*/ 1265626 h 3581961"/>
                      <a:gd name="connsiteX41" fmla="*/ 0 w 8857034"/>
                      <a:gd name="connsiteY41" fmla="*/ 704452 h 3581961"/>
                      <a:gd name="connsiteX42" fmla="*/ 0 w 8857034"/>
                      <a:gd name="connsiteY42" fmla="*/ 0 h 35819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8857034" h="358196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81266" y="294218"/>
                          <a:pt x="8850476" y="426425"/>
                          <a:pt x="8857034" y="596994"/>
                        </a:cubicBezTo>
                        <a:cubicBezTo>
                          <a:pt x="8863592" y="767563"/>
                          <a:pt x="8825891" y="1013160"/>
                          <a:pt x="8857034" y="1229807"/>
                        </a:cubicBezTo>
                        <a:cubicBezTo>
                          <a:pt x="8888177" y="1446454"/>
                          <a:pt x="8817654" y="1578319"/>
                          <a:pt x="8857034" y="1898439"/>
                        </a:cubicBezTo>
                        <a:cubicBezTo>
                          <a:pt x="8896414" y="2218559"/>
                          <a:pt x="8784879" y="2285010"/>
                          <a:pt x="8857034" y="2531252"/>
                        </a:cubicBezTo>
                        <a:cubicBezTo>
                          <a:pt x="8929189" y="2777494"/>
                          <a:pt x="8804838" y="3178936"/>
                          <a:pt x="8857034" y="3581961"/>
                        </a:cubicBezTo>
                        <a:cubicBezTo>
                          <a:pt x="8656528" y="3586463"/>
                          <a:pt x="8643552" y="3567045"/>
                          <a:pt x="8443706" y="3581961"/>
                        </a:cubicBezTo>
                        <a:cubicBezTo>
                          <a:pt x="8243860" y="3596877"/>
                          <a:pt x="8081800" y="3547503"/>
                          <a:pt x="7941807" y="3581961"/>
                        </a:cubicBezTo>
                        <a:cubicBezTo>
                          <a:pt x="7801814" y="3616419"/>
                          <a:pt x="7405110" y="3501462"/>
                          <a:pt x="7174198" y="3581961"/>
                        </a:cubicBezTo>
                        <a:cubicBezTo>
                          <a:pt x="6943286" y="3662460"/>
                          <a:pt x="6900130" y="3538231"/>
                          <a:pt x="6672299" y="3581961"/>
                        </a:cubicBezTo>
                        <a:cubicBezTo>
                          <a:pt x="6444468" y="3625691"/>
                          <a:pt x="6287948" y="3561022"/>
                          <a:pt x="5993260" y="3581961"/>
                        </a:cubicBezTo>
                        <a:cubicBezTo>
                          <a:pt x="5698572" y="3602900"/>
                          <a:pt x="5800416" y="3566965"/>
                          <a:pt x="5668502" y="3581961"/>
                        </a:cubicBezTo>
                        <a:cubicBezTo>
                          <a:pt x="5536588" y="3596957"/>
                          <a:pt x="5447766" y="3550015"/>
                          <a:pt x="5343744" y="3581961"/>
                        </a:cubicBezTo>
                        <a:cubicBezTo>
                          <a:pt x="5239722" y="3613907"/>
                          <a:pt x="5022741" y="3538015"/>
                          <a:pt x="4930416" y="3581961"/>
                        </a:cubicBezTo>
                        <a:cubicBezTo>
                          <a:pt x="4838091" y="3625907"/>
                          <a:pt x="4527129" y="3518299"/>
                          <a:pt x="4162806" y="3581961"/>
                        </a:cubicBezTo>
                        <a:cubicBezTo>
                          <a:pt x="3798483" y="3645623"/>
                          <a:pt x="3604770" y="3541047"/>
                          <a:pt x="3395196" y="3581961"/>
                        </a:cubicBezTo>
                        <a:cubicBezTo>
                          <a:pt x="3185622" y="3622875"/>
                          <a:pt x="2868156" y="3543603"/>
                          <a:pt x="2716157" y="3581961"/>
                        </a:cubicBezTo>
                        <a:cubicBezTo>
                          <a:pt x="2564158" y="3620319"/>
                          <a:pt x="2317277" y="3551528"/>
                          <a:pt x="2037118" y="3581961"/>
                        </a:cubicBezTo>
                        <a:cubicBezTo>
                          <a:pt x="1756959" y="3612394"/>
                          <a:pt x="1804570" y="3539870"/>
                          <a:pt x="1623790" y="3581961"/>
                        </a:cubicBezTo>
                        <a:cubicBezTo>
                          <a:pt x="1443010" y="3624052"/>
                          <a:pt x="1225981" y="3564886"/>
                          <a:pt x="1033321" y="3581961"/>
                        </a:cubicBezTo>
                        <a:cubicBezTo>
                          <a:pt x="840661" y="3599036"/>
                          <a:pt x="399549" y="3491258"/>
                          <a:pt x="0" y="3581961"/>
                        </a:cubicBezTo>
                        <a:cubicBezTo>
                          <a:pt x="-48248" y="3401556"/>
                          <a:pt x="2791" y="3212993"/>
                          <a:pt x="0" y="2913328"/>
                        </a:cubicBezTo>
                        <a:cubicBezTo>
                          <a:pt x="-2791" y="2613663"/>
                          <a:pt x="61595" y="2616151"/>
                          <a:pt x="0" y="2387974"/>
                        </a:cubicBezTo>
                        <a:cubicBezTo>
                          <a:pt x="-61595" y="2159797"/>
                          <a:pt x="56958" y="2007779"/>
                          <a:pt x="0" y="1898439"/>
                        </a:cubicBezTo>
                        <a:cubicBezTo>
                          <a:pt x="-56958" y="1789099"/>
                          <a:pt x="73122" y="1558809"/>
                          <a:pt x="0" y="1265626"/>
                        </a:cubicBezTo>
                        <a:cubicBezTo>
                          <a:pt x="-73122" y="972443"/>
                          <a:pt x="44360" y="898882"/>
                          <a:pt x="0" y="704452"/>
                        </a:cubicBezTo>
                        <a:cubicBezTo>
                          <a:pt x="-44360" y="510022"/>
                          <a:pt x="46467" y="26618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3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iya rayaneh\Desktop\power point\_5767135103154242180_121.jpg">
            <a:extLst>
              <a:ext uri="{FF2B5EF4-FFF2-40B4-BE49-F238E27FC236}">
                <a16:creationId xmlns:a16="http://schemas.microsoft.com/office/drawing/2014/main" id="{F50E50C6-0F72-F6B9-B97F-417C5CFC5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80" t="37874" r="3306" b="32319"/>
          <a:stretch/>
        </p:blipFill>
        <p:spPr bwMode="auto">
          <a:xfrm>
            <a:off x="7017726" y="304800"/>
            <a:ext cx="1669074" cy="181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13B20-F6AD-BA80-5E7A-B756B31A1A78}"/>
                  </a:ext>
                </a:extLst>
              </p:cNvPr>
              <p:cNvSpPr txBox="1"/>
              <p:nvPr/>
            </p:nvSpPr>
            <p:spPr>
              <a:xfrm>
                <a:off x="76200" y="136525"/>
                <a:ext cx="9144000" cy="6865341"/>
              </a:xfrm>
              <a:prstGeom prst="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0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𝑜𝑢𝑡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 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.u(t)+ C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.u(t)+ D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B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 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C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</a:t>
                </a:r>
                <a:r>
                  <a:rPr lang="fa-I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جمله اول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 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 + B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.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D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a-I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(جمله دوم)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B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 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C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 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 + B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.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D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B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 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C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)+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01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  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01</m:t>
                        </m:r>
                        <m:sSup>
                          <m:sSup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. 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 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.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01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. 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-0.01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				c=0.0001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          		B= -0.1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 + C + D =1   						D =1.0999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𝑜𝑢𝑡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−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.u(t)+ 0.0001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10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.u(t)+ 1.0999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E13B20-F6AD-BA80-5E7A-B756B31A1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36525"/>
                <a:ext cx="9144000" cy="6865341"/>
              </a:xfrm>
              <a:prstGeom prst="rect">
                <a:avLst/>
              </a:prstGeom>
              <a:blipFill>
                <a:blip r:embed="rId3"/>
                <a:stretch>
                  <a:fillRect l="-399"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8EA75479-DADF-69F4-9BFC-7530AC41D0DE}"/>
              </a:ext>
            </a:extLst>
          </p:cNvPr>
          <p:cNvSpPr/>
          <p:nvPr/>
        </p:nvSpPr>
        <p:spPr>
          <a:xfrm>
            <a:off x="8229600" y="1143000"/>
            <a:ext cx="169120" cy="12109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CAF7D-A3DD-093C-B78E-357C8F61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10</a:t>
            </a:fld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62DCA56C-193D-715F-C40A-AD651566116A}"/>
              </a:ext>
            </a:extLst>
          </p:cNvPr>
          <p:cNvSpPr/>
          <p:nvPr/>
        </p:nvSpPr>
        <p:spPr>
          <a:xfrm>
            <a:off x="76200" y="76200"/>
            <a:ext cx="8915400" cy="6645275"/>
          </a:xfrm>
          <a:custGeom>
            <a:avLst/>
            <a:gdLst>
              <a:gd name="connsiteX0" fmla="*/ 0 w 8915400"/>
              <a:gd name="connsiteY0" fmla="*/ 0 h 6645275"/>
              <a:gd name="connsiteX1" fmla="*/ 505206 w 8915400"/>
              <a:gd name="connsiteY1" fmla="*/ 0 h 6645275"/>
              <a:gd name="connsiteX2" fmla="*/ 1188720 w 8915400"/>
              <a:gd name="connsiteY2" fmla="*/ 0 h 6645275"/>
              <a:gd name="connsiteX3" fmla="*/ 1783080 w 8915400"/>
              <a:gd name="connsiteY3" fmla="*/ 0 h 6645275"/>
              <a:gd name="connsiteX4" fmla="*/ 2109978 w 8915400"/>
              <a:gd name="connsiteY4" fmla="*/ 0 h 6645275"/>
              <a:gd name="connsiteX5" fmla="*/ 2704338 w 8915400"/>
              <a:gd name="connsiteY5" fmla="*/ 0 h 6645275"/>
              <a:gd name="connsiteX6" fmla="*/ 3477006 w 8915400"/>
              <a:gd name="connsiteY6" fmla="*/ 0 h 6645275"/>
              <a:gd name="connsiteX7" fmla="*/ 3982212 w 8915400"/>
              <a:gd name="connsiteY7" fmla="*/ 0 h 6645275"/>
              <a:gd name="connsiteX8" fmla="*/ 4487418 w 8915400"/>
              <a:gd name="connsiteY8" fmla="*/ 0 h 6645275"/>
              <a:gd name="connsiteX9" fmla="*/ 4814316 w 8915400"/>
              <a:gd name="connsiteY9" fmla="*/ 0 h 6645275"/>
              <a:gd name="connsiteX10" fmla="*/ 5408676 w 8915400"/>
              <a:gd name="connsiteY10" fmla="*/ 0 h 6645275"/>
              <a:gd name="connsiteX11" fmla="*/ 6092190 w 8915400"/>
              <a:gd name="connsiteY11" fmla="*/ 0 h 6645275"/>
              <a:gd name="connsiteX12" fmla="*/ 6419088 w 8915400"/>
              <a:gd name="connsiteY12" fmla="*/ 0 h 6645275"/>
              <a:gd name="connsiteX13" fmla="*/ 6835140 w 8915400"/>
              <a:gd name="connsiteY13" fmla="*/ 0 h 6645275"/>
              <a:gd name="connsiteX14" fmla="*/ 7429500 w 8915400"/>
              <a:gd name="connsiteY14" fmla="*/ 0 h 6645275"/>
              <a:gd name="connsiteX15" fmla="*/ 8202168 w 8915400"/>
              <a:gd name="connsiteY15" fmla="*/ 0 h 6645275"/>
              <a:gd name="connsiteX16" fmla="*/ 8915400 w 8915400"/>
              <a:gd name="connsiteY16" fmla="*/ 0 h 6645275"/>
              <a:gd name="connsiteX17" fmla="*/ 8915400 w 8915400"/>
              <a:gd name="connsiteY17" fmla="*/ 553773 h 6645275"/>
              <a:gd name="connsiteX18" fmla="*/ 8915400 w 8915400"/>
              <a:gd name="connsiteY18" fmla="*/ 1173999 h 6645275"/>
              <a:gd name="connsiteX19" fmla="*/ 8915400 w 8915400"/>
              <a:gd name="connsiteY19" fmla="*/ 1860677 h 6645275"/>
              <a:gd name="connsiteX20" fmla="*/ 8915400 w 8915400"/>
              <a:gd name="connsiteY20" fmla="*/ 2480903 h 6645275"/>
              <a:gd name="connsiteX21" fmla="*/ 8915400 w 8915400"/>
              <a:gd name="connsiteY21" fmla="*/ 2968223 h 6645275"/>
              <a:gd name="connsiteX22" fmla="*/ 8915400 w 8915400"/>
              <a:gd name="connsiteY22" fmla="*/ 3389090 h 6645275"/>
              <a:gd name="connsiteX23" fmla="*/ 8915400 w 8915400"/>
              <a:gd name="connsiteY23" fmla="*/ 3743505 h 6645275"/>
              <a:gd name="connsiteX24" fmla="*/ 8915400 w 8915400"/>
              <a:gd name="connsiteY24" fmla="*/ 4230825 h 6645275"/>
              <a:gd name="connsiteX25" fmla="*/ 8915400 w 8915400"/>
              <a:gd name="connsiteY25" fmla="*/ 4585240 h 6645275"/>
              <a:gd name="connsiteX26" fmla="*/ 8915400 w 8915400"/>
              <a:gd name="connsiteY26" fmla="*/ 5006107 h 6645275"/>
              <a:gd name="connsiteX27" fmla="*/ 8915400 w 8915400"/>
              <a:gd name="connsiteY27" fmla="*/ 5559880 h 6645275"/>
              <a:gd name="connsiteX28" fmla="*/ 8915400 w 8915400"/>
              <a:gd name="connsiteY28" fmla="*/ 5980748 h 6645275"/>
              <a:gd name="connsiteX29" fmla="*/ 8915400 w 8915400"/>
              <a:gd name="connsiteY29" fmla="*/ 6645275 h 6645275"/>
              <a:gd name="connsiteX30" fmla="*/ 8142732 w 8915400"/>
              <a:gd name="connsiteY30" fmla="*/ 6645275 h 6645275"/>
              <a:gd name="connsiteX31" fmla="*/ 7370064 w 8915400"/>
              <a:gd name="connsiteY31" fmla="*/ 6645275 h 6645275"/>
              <a:gd name="connsiteX32" fmla="*/ 6686550 w 8915400"/>
              <a:gd name="connsiteY32" fmla="*/ 6645275 h 6645275"/>
              <a:gd name="connsiteX33" fmla="*/ 6003036 w 8915400"/>
              <a:gd name="connsiteY33" fmla="*/ 6645275 h 6645275"/>
              <a:gd name="connsiteX34" fmla="*/ 5586984 w 8915400"/>
              <a:gd name="connsiteY34" fmla="*/ 6645275 h 6645275"/>
              <a:gd name="connsiteX35" fmla="*/ 4992624 w 8915400"/>
              <a:gd name="connsiteY35" fmla="*/ 6645275 h 6645275"/>
              <a:gd name="connsiteX36" fmla="*/ 4309110 w 8915400"/>
              <a:gd name="connsiteY36" fmla="*/ 6645275 h 6645275"/>
              <a:gd name="connsiteX37" fmla="*/ 3536442 w 8915400"/>
              <a:gd name="connsiteY37" fmla="*/ 6645275 h 6645275"/>
              <a:gd name="connsiteX38" fmla="*/ 2763774 w 8915400"/>
              <a:gd name="connsiteY38" fmla="*/ 6645275 h 6645275"/>
              <a:gd name="connsiteX39" fmla="*/ 2080260 w 8915400"/>
              <a:gd name="connsiteY39" fmla="*/ 6645275 h 6645275"/>
              <a:gd name="connsiteX40" fmla="*/ 1575054 w 8915400"/>
              <a:gd name="connsiteY40" fmla="*/ 6645275 h 6645275"/>
              <a:gd name="connsiteX41" fmla="*/ 891540 w 8915400"/>
              <a:gd name="connsiteY41" fmla="*/ 6645275 h 6645275"/>
              <a:gd name="connsiteX42" fmla="*/ 564642 w 8915400"/>
              <a:gd name="connsiteY42" fmla="*/ 6645275 h 6645275"/>
              <a:gd name="connsiteX43" fmla="*/ 0 w 8915400"/>
              <a:gd name="connsiteY43" fmla="*/ 6645275 h 6645275"/>
              <a:gd name="connsiteX44" fmla="*/ 0 w 8915400"/>
              <a:gd name="connsiteY44" fmla="*/ 6157955 h 6645275"/>
              <a:gd name="connsiteX45" fmla="*/ 0 w 8915400"/>
              <a:gd name="connsiteY45" fmla="*/ 5670635 h 6645275"/>
              <a:gd name="connsiteX46" fmla="*/ 0 w 8915400"/>
              <a:gd name="connsiteY46" fmla="*/ 5249767 h 6645275"/>
              <a:gd name="connsiteX47" fmla="*/ 0 w 8915400"/>
              <a:gd name="connsiteY47" fmla="*/ 4695994 h 6645275"/>
              <a:gd name="connsiteX48" fmla="*/ 0 w 8915400"/>
              <a:gd name="connsiteY48" fmla="*/ 4341580 h 6645275"/>
              <a:gd name="connsiteX49" fmla="*/ 0 w 8915400"/>
              <a:gd name="connsiteY49" fmla="*/ 3654901 h 6645275"/>
              <a:gd name="connsiteX50" fmla="*/ 0 w 8915400"/>
              <a:gd name="connsiteY50" fmla="*/ 2968223 h 6645275"/>
              <a:gd name="connsiteX51" fmla="*/ 0 w 8915400"/>
              <a:gd name="connsiteY51" fmla="*/ 2613808 h 6645275"/>
              <a:gd name="connsiteX52" fmla="*/ 0 w 8915400"/>
              <a:gd name="connsiteY52" fmla="*/ 2126488 h 6645275"/>
              <a:gd name="connsiteX53" fmla="*/ 0 w 8915400"/>
              <a:gd name="connsiteY53" fmla="*/ 1506262 h 6645275"/>
              <a:gd name="connsiteX54" fmla="*/ 0 w 8915400"/>
              <a:gd name="connsiteY54" fmla="*/ 1085395 h 6645275"/>
              <a:gd name="connsiteX55" fmla="*/ 0 w 8915400"/>
              <a:gd name="connsiteY55" fmla="*/ 730980 h 6645275"/>
              <a:gd name="connsiteX56" fmla="*/ 0 w 8915400"/>
              <a:gd name="connsiteY56" fmla="*/ 0 h 664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8915400" h="6645275" extrusionOk="0">
                <a:moveTo>
                  <a:pt x="0" y="0"/>
                </a:moveTo>
                <a:cubicBezTo>
                  <a:pt x="246252" y="-14450"/>
                  <a:pt x="289843" y="59914"/>
                  <a:pt x="505206" y="0"/>
                </a:cubicBezTo>
                <a:cubicBezTo>
                  <a:pt x="720569" y="-59914"/>
                  <a:pt x="953631" y="42868"/>
                  <a:pt x="1188720" y="0"/>
                </a:cubicBezTo>
                <a:cubicBezTo>
                  <a:pt x="1423809" y="-42868"/>
                  <a:pt x="1586394" y="63732"/>
                  <a:pt x="1783080" y="0"/>
                </a:cubicBezTo>
                <a:cubicBezTo>
                  <a:pt x="1979766" y="-63732"/>
                  <a:pt x="2001382" y="4195"/>
                  <a:pt x="2109978" y="0"/>
                </a:cubicBezTo>
                <a:cubicBezTo>
                  <a:pt x="2218574" y="-4195"/>
                  <a:pt x="2470046" y="2113"/>
                  <a:pt x="2704338" y="0"/>
                </a:cubicBezTo>
                <a:cubicBezTo>
                  <a:pt x="2938630" y="-2113"/>
                  <a:pt x="3235607" y="81545"/>
                  <a:pt x="3477006" y="0"/>
                </a:cubicBezTo>
                <a:cubicBezTo>
                  <a:pt x="3718405" y="-81545"/>
                  <a:pt x="3873395" y="13178"/>
                  <a:pt x="3982212" y="0"/>
                </a:cubicBezTo>
                <a:cubicBezTo>
                  <a:pt x="4091029" y="-13178"/>
                  <a:pt x="4358253" y="34874"/>
                  <a:pt x="4487418" y="0"/>
                </a:cubicBezTo>
                <a:cubicBezTo>
                  <a:pt x="4616583" y="-34874"/>
                  <a:pt x="4678346" y="38511"/>
                  <a:pt x="4814316" y="0"/>
                </a:cubicBezTo>
                <a:cubicBezTo>
                  <a:pt x="4950286" y="-38511"/>
                  <a:pt x="5254599" y="46340"/>
                  <a:pt x="5408676" y="0"/>
                </a:cubicBezTo>
                <a:cubicBezTo>
                  <a:pt x="5562753" y="-46340"/>
                  <a:pt x="5866425" y="68180"/>
                  <a:pt x="6092190" y="0"/>
                </a:cubicBezTo>
                <a:cubicBezTo>
                  <a:pt x="6317955" y="-68180"/>
                  <a:pt x="6323237" y="29712"/>
                  <a:pt x="6419088" y="0"/>
                </a:cubicBezTo>
                <a:cubicBezTo>
                  <a:pt x="6514939" y="-29712"/>
                  <a:pt x="6712592" y="606"/>
                  <a:pt x="6835140" y="0"/>
                </a:cubicBezTo>
                <a:cubicBezTo>
                  <a:pt x="6957688" y="-606"/>
                  <a:pt x="7225449" y="35206"/>
                  <a:pt x="7429500" y="0"/>
                </a:cubicBezTo>
                <a:cubicBezTo>
                  <a:pt x="7633551" y="-35206"/>
                  <a:pt x="7833579" y="47505"/>
                  <a:pt x="8202168" y="0"/>
                </a:cubicBezTo>
                <a:cubicBezTo>
                  <a:pt x="8570757" y="-47505"/>
                  <a:pt x="8692139" y="78466"/>
                  <a:pt x="8915400" y="0"/>
                </a:cubicBezTo>
                <a:cubicBezTo>
                  <a:pt x="8926895" y="145901"/>
                  <a:pt x="8867029" y="326477"/>
                  <a:pt x="8915400" y="553773"/>
                </a:cubicBezTo>
                <a:cubicBezTo>
                  <a:pt x="8963771" y="781069"/>
                  <a:pt x="8905896" y="931232"/>
                  <a:pt x="8915400" y="1173999"/>
                </a:cubicBezTo>
                <a:cubicBezTo>
                  <a:pt x="8924904" y="1416766"/>
                  <a:pt x="8872128" y="1604514"/>
                  <a:pt x="8915400" y="1860677"/>
                </a:cubicBezTo>
                <a:cubicBezTo>
                  <a:pt x="8958672" y="2116840"/>
                  <a:pt x="8882270" y="2213032"/>
                  <a:pt x="8915400" y="2480903"/>
                </a:cubicBezTo>
                <a:cubicBezTo>
                  <a:pt x="8948530" y="2748774"/>
                  <a:pt x="8867205" y="2852846"/>
                  <a:pt x="8915400" y="2968223"/>
                </a:cubicBezTo>
                <a:cubicBezTo>
                  <a:pt x="8963595" y="3083600"/>
                  <a:pt x="8879477" y="3251313"/>
                  <a:pt x="8915400" y="3389090"/>
                </a:cubicBezTo>
                <a:cubicBezTo>
                  <a:pt x="8951323" y="3526867"/>
                  <a:pt x="8883189" y="3649111"/>
                  <a:pt x="8915400" y="3743505"/>
                </a:cubicBezTo>
                <a:cubicBezTo>
                  <a:pt x="8947611" y="3837900"/>
                  <a:pt x="8902041" y="4014791"/>
                  <a:pt x="8915400" y="4230825"/>
                </a:cubicBezTo>
                <a:cubicBezTo>
                  <a:pt x="8928759" y="4446859"/>
                  <a:pt x="8901126" y="4450472"/>
                  <a:pt x="8915400" y="4585240"/>
                </a:cubicBezTo>
                <a:cubicBezTo>
                  <a:pt x="8929674" y="4720009"/>
                  <a:pt x="8874274" y="4917877"/>
                  <a:pt x="8915400" y="5006107"/>
                </a:cubicBezTo>
                <a:cubicBezTo>
                  <a:pt x="8956526" y="5094337"/>
                  <a:pt x="8905738" y="5291176"/>
                  <a:pt x="8915400" y="5559880"/>
                </a:cubicBezTo>
                <a:cubicBezTo>
                  <a:pt x="8925062" y="5828584"/>
                  <a:pt x="8888470" y="5840456"/>
                  <a:pt x="8915400" y="5980748"/>
                </a:cubicBezTo>
                <a:cubicBezTo>
                  <a:pt x="8942330" y="6121040"/>
                  <a:pt x="8859983" y="6470109"/>
                  <a:pt x="8915400" y="6645275"/>
                </a:cubicBezTo>
                <a:cubicBezTo>
                  <a:pt x="8597113" y="6658995"/>
                  <a:pt x="8413161" y="6569499"/>
                  <a:pt x="8142732" y="6645275"/>
                </a:cubicBezTo>
                <a:cubicBezTo>
                  <a:pt x="7872303" y="6721051"/>
                  <a:pt x="7586486" y="6580541"/>
                  <a:pt x="7370064" y="6645275"/>
                </a:cubicBezTo>
                <a:cubicBezTo>
                  <a:pt x="7153642" y="6710009"/>
                  <a:pt x="6827756" y="6586180"/>
                  <a:pt x="6686550" y="6645275"/>
                </a:cubicBezTo>
                <a:cubicBezTo>
                  <a:pt x="6545344" y="6704370"/>
                  <a:pt x="6179401" y="6602779"/>
                  <a:pt x="6003036" y="6645275"/>
                </a:cubicBezTo>
                <a:cubicBezTo>
                  <a:pt x="5826671" y="6687771"/>
                  <a:pt x="5792819" y="6625451"/>
                  <a:pt x="5586984" y="6645275"/>
                </a:cubicBezTo>
                <a:cubicBezTo>
                  <a:pt x="5381149" y="6665099"/>
                  <a:pt x="5168291" y="6636013"/>
                  <a:pt x="4992624" y="6645275"/>
                </a:cubicBezTo>
                <a:cubicBezTo>
                  <a:pt x="4816957" y="6654537"/>
                  <a:pt x="4533595" y="6601992"/>
                  <a:pt x="4309110" y="6645275"/>
                </a:cubicBezTo>
                <a:cubicBezTo>
                  <a:pt x="4084625" y="6688558"/>
                  <a:pt x="3920108" y="6635118"/>
                  <a:pt x="3536442" y="6645275"/>
                </a:cubicBezTo>
                <a:cubicBezTo>
                  <a:pt x="3152776" y="6655432"/>
                  <a:pt x="3039929" y="6620029"/>
                  <a:pt x="2763774" y="6645275"/>
                </a:cubicBezTo>
                <a:cubicBezTo>
                  <a:pt x="2487619" y="6670521"/>
                  <a:pt x="2228311" y="6576219"/>
                  <a:pt x="2080260" y="6645275"/>
                </a:cubicBezTo>
                <a:cubicBezTo>
                  <a:pt x="1932209" y="6714331"/>
                  <a:pt x="1698969" y="6636256"/>
                  <a:pt x="1575054" y="6645275"/>
                </a:cubicBezTo>
                <a:cubicBezTo>
                  <a:pt x="1451139" y="6654294"/>
                  <a:pt x="1045514" y="6633106"/>
                  <a:pt x="891540" y="6645275"/>
                </a:cubicBezTo>
                <a:cubicBezTo>
                  <a:pt x="737566" y="6657444"/>
                  <a:pt x="647359" y="6641279"/>
                  <a:pt x="564642" y="6645275"/>
                </a:cubicBezTo>
                <a:cubicBezTo>
                  <a:pt x="481925" y="6649271"/>
                  <a:pt x="235098" y="6599716"/>
                  <a:pt x="0" y="6645275"/>
                </a:cubicBezTo>
                <a:cubicBezTo>
                  <a:pt x="-7414" y="6462305"/>
                  <a:pt x="48728" y="6371166"/>
                  <a:pt x="0" y="6157955"/>
                </a:cubicBezTo>
                <a:cubicBezTo>
                  <a:pt x="-48728" y="5944744"/>
                  <a:pt x="48022" y="5807289"/>
                  <a:pt x="0" y="5670635"/>
                </a:cubicBezTo>
                <a:cubicBezTo>
                  <a:pt x="-48022" y="5533981"/>
                  <a:pt x="31749" y="5351481"/>
                  <a:pt x="0" y="5249767"/>
                </a:cubicBezTo>
                <a:cubicBezTo>
                  <a:pt x="-31749" y="5148053"/>
                  <a:pt x="23567" y="4882057"/>
                  <a:pt x="0" y="4695994"/>
                </a:cubicBezTo>
                <a:cubicBezTo>
                  <a:pt x="-23567" y="4509931"/>
                  <a:pt x="14316" y="4490193"/>
                  <a:pt x="0" y="4341580"/>
                </a:cubicBezTo>
                <a:cubicBezTo>
                  <a:pt x="-14316" y="4192967"/>
                  <a:pt x="63749" y="3877834"/>
                  <a:pt x="0" y="3654901"/>
                </a:cubicBezTo>
                <a:cubicBezTo>
                  <a:pt x="-63749" y="3431968"/>
                  <a:pt x="59110" y="3113199"/>
                  <a:pt x="0" y="2968223"/>
                </a:cubicBezTo>
                <a:cubicBezTo>
                  <a:pt x="-59110" y="2823247"/>
                  <a:pt x="29098" y="2686725"/>
                  <a:pt x="0" y="2613808"/>
                </a:cubicBezTo>
                <a:cubicBezTo>
                  <a:pt x="-29098" y="2540891"/>
                  <a:pt x="22168" y="2332810"/>
                  <a:pt x="0" y="2126488"/>
                </a:cubicBezTo>
                <a:cubicBezTo>
                  <a:pt x="-22168" y="1920166"/>
                  <a:pt x="36244" y="1787074"/>
                  <a:pt x="0" y="1506262"/>
                </a:cubicBezTo>
                <a:cubicBezTo>
                  <a:pt x="-36244" y="1225450"/>
                  <a:pt x="11441" y="1190838"/>
                  <a:pt x="0" y="1085395"/>
                </a:cubicBezTo>
                <a:cubicBezTo>
                  <a:pt x="-11441" y="979952"/>
                  <a:pt x="11457" y="801969"/>
                  <a:pt x="0" y="730980"/>
                </a:cubicBezTo>
                <a:cubicBezTo>
                  <a:pt x="-11457" y="659992"/>
                  <a:pt x="56851" y="24636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prstGeom prst="flowChartProcess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1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15AFE-F443-2871-D267-7627A0F7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34FAD72-7AD7-FB98-E975-26800390C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2322"/>
            <a:ext cx="9144000" cy="399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96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A9DF-1FEB-DC42-5DD9-80EEB2FD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83" y="136525"/>
            <a:ext cx="8229600" cy="1143000"/>
          </a:xfrm>
        </p:spPr>
        <p:txBody>
          <a:bodyPr/>
          <a:lstStyle/>
          <a:p>
            <a:r>
              <a:rPr lang="fa-IR" dirty="0"/>
              <a:t>پاسخ ضربه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07EC9-8D4B-3CCD-5E20-9FA620F126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244" y="1143000"/>
                <a:ext cx="8667345" cy="1271588"/>
              </a:xfrm>
            </p:spPr>
            <p:txBody>
              <a:bodyPr/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1.1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11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 +-0.1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- 0.001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10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 + 0.0001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- 0.1099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 +1.0999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1.1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11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  - 0.001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10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.u(t) - 0.1099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.u(t) +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07EC9-8D4B-3CCD-5E20-9FA620F12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244" y="1143000"/>
                <a:ext cx="8667345" cy="12715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65B5B-DD4E-099F-AD26-A562422C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12</a:t>
            </a:fld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55FFFB1F-4572-029B-293E-3BE2C0666259}"/>
              </a:ext>
            </a:extLst>
          </p:cNvPr>
          <p:cNvSpPr/>
          <p:nvPr/>
        </p:nvSpPr>
        <p:spPr>
          <a:xfrm>
            <a:off x="143483" y="1143000"/>
            <a:ext cx="8857034" cy="1271588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1271588"/>
                      <a:gd name="connsiteX1" fmla="*/ 501899 w 8857034"/>
                      <a:gd name="connsiteY1" fmla="*/ 0 h 1271588"/>
                      <a:gd name="connsiteX2" fmla="*/ 1180938 w 8857034"/>
                      <a:gd name="connsiteY2" fmla="*/ 0 h 1271588"/>
                      <a:gd name="connsiteX3" fmla="*/ 1771407 w 8857034"/>
                      <a:gd name="connsiteY3" fmla="*/ 0 h 1271588"/>
                      <a:gd name="connsiteX4" fmla="*/ 2096165 w 8857034"/>
                      <a:gd name="connsiteY4" fmla="*/ 0 h 1271588"/>
                      <a:gd name="connsiteX5" fmla="*/ 2686634 w 8857034"/>
                      <a:gd name="connsiteY5" fmla="*/ 0 h 1271588"/>
                      <a:gd name="connsiteX6" fmla="*/ 3454243 w 8857034"/>
                      <a:gd name="connsiteY6" fmla="*/ 0 h 1271588"/>
                      <a:gd name="connsiteX7" fmla="*/ 3956142 w 8857034"/>
                      <a:gd name="connsiteY7" fmla="*/ 0 h 1271588"/>
                      <a:gd name="connsiteX8" fmla="*/ 4458040 w 8857034"/>
                      <a:gd name="connsiteY8" fmla="*/ 0 h 1271588"/>
                      <a:gd name="connsiteX9" fmla="*/ 4782798 w 8857034"/>
                      <a:gd name="connsiteY9" fmla="*/ 0 h 1271588"/>
                      <a:gd name="connsiteX10" fmla="*/ 5373267 w 8857034"/>
                      <a:gd name="connsiteY10" fmla="*/ 0 h 1271588"/>
                      <a:gd name="connsiteX11" fmla="*/ 6052307 w 8857034"/>
                      <a:gd name="connsiteY11" fmla="*/ 0 h 1271588"/>
                      <a:gd name="connsiteX12" fmla="*/ 6377064 w 8857034"/>
                      <a:gd name="connsiteY12" fmla="*/ 0 h 1271588"/>
                      <a:gd name="connsiteX13" fmla="*/ 6790393 w 8857034"/>
                      <a:gd name="connsiteY13" fmla="*/ 0 h 1271588"/>
                      <a:gd name="connsiteX14" fmla="*/ 7380862 w 8857034"/>
                      <a:gd name="connsiteY14" fmla="*/ 0 h 1271588"/>
                      <a:gd name="connsiteX15" fmla="*/ 8148471 w 8857034"/>
                      <a:gd name="connsiteY15" fmla="*/ 0 h 1271588"/>
                      <a:gd name="connsiteX16" fmla="*/ 8857034 w 8857034"/>
                      <a:gd name="connsiteY16" fmla="*/ 0 h 1271588"/>
                      <a:gd name="connsiteX17" fmla="*/ 8857034 w 8857034"/>
                      <a:gd name="connsiteY17" fmla="*/ 423863 h 1271588"/>
                      <a:gd name="connsiteX18" fmla="*/ 8857034 w 8857034"/>
                      <a:gd name="connsiteY18" fmla="*/ 860441 h 1271588"/>
                      <a:gd name="connsiteX19" fmla="*/ 8857034 w 8857034"/>
                      <a:gd name="connsiteY19" fmla="*/ 1271588 h 1271588"/>
                      <a:gd name="connsiteX20" fmla="*/ 8177995 w 8857034"/>
                      <a:gd name="connsiteY20" fmla="*/ 1271588 h 1271588"/>
                      <a:gd name="connsiteX21" fmla="*/ 7676096 w 8857034"/>
                      <a:gd name="connsiteY21" fmla="*/ 1271588 h 1271588"/>
                      <a:gd name="connsiteX22" fmla="*/ 7262768 w 8857034"/>
                      <a:gd name="connsiteY22" fmla="*/ 1271588 h 1271588"/>
                      <a:gd name="connsiteX23" fmla="*/ 6760869 w 8857034"/>
                      <a:gd name="connsiteY23" fmla="*/ 1271588 h 1271588"/>
                      <a:gd name="connsiteX24" fmla="*/ 5993260 w 8857034"/>
                      <a:gd name="connsiteY24" fmla="*/ 1271588 h 1271588"/>
                      <a:gd name="connsiteX25" fmla="*/ 5491361 w 8857034"/>
                      <a:gd name="connsiteY25" fmla="*/ 1271588 h 1271588"/>
                      <a:gd name="connsiteX26" fmla="*/ 4812322 w 8857034"/>
                      <a:gd name="connsiteY26" fmla="*/ 1271588 h 1271588"/>
                      <a:gd name="connsiteX27" fmla="*/ 4487564 w 8857034"/>
                      <a:gd name="connsiteY27" fmla="*/ 1271588 h 1271588"/>
                      <a:gd name="connsiteX28" fmla="*/ 4162806 w 8857034"/>
                      <a:gd name="connsiteY28" fmla="*/ 1271588 h 1271588"/>
                      <a:gd name="connsiteX29" fmla="*/ 3749478 w 8857034"/>
                      <a:gd name="connsiteY29" fmla="*/ 1271588 h 1271588"/>
                      <a:gd name="connsiteX30" fmla="*/ 2981868 w 8857034"/>
                      <a:gd name="connsiteY30" fmla="*/ 1271588 h 1271588"/>
                      <a:gd name="connsiteX31" fmla="*/ 2214259 w 8857034"/>
                      <a:gd name="connsiteY31" fmla="*/ 1271588 h 1271588"/>
                      <a:gd name="connsiteX32" fmla="*/ 1535219 w 8857034"/>
                      <a:gd name="connsiteY32" fmla="*/ 1271588 h 1271588"/>
                      <a:gd name="connsiteX33" fmla="*/ 856180 w 8857034"/>
                      <a:gd name="connsiteY33" fmla="*/ 1271588 h 1271588"/>
                      <a:gd name="connsiteX34" fmla="*/ 0 w 8857034"/>
                      <a:gd name="connsiteY34" fmla="*/ 1271588 h 1271588"/>
                      <a:gd name="connsiteX35" fmla="*/ 0 w 8857034"/>
                      <a:gd name="connsiteY35" fmla="*/ 847725 h 1271588"/>
                      <a:gd name="connsiteX36" fmla="*/ 0 w 8857034"/>
                      <a:gd name="connsiteY36" fmla="*/ 462010 h 1271588"/>
                      <a:gd name="connsiteX37" fmla="*/ 0 w 8857034"/>
                      <a:gd name="connsiteY37" fmla="*/ 0 h 12715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8857034" h="1271588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63571" y="158704"/>
                          <a:pt x="8835609" y="215056"/>
                          <a:pt x="8857034" y="423863"/>
                        </a:cubicBezTo>
                        <a:cubicBezTo>
                          <a:pt x="8878459" y="632670"/>
                          <a:pt x="8824778" y="681997"/>
                          <a:pt x="8857034" y="860441"/>
                        </a:cubicBezTo>
                        <a:cubicBezTo>
                          <a:pt x="8889290" y="1038885"/>
                          <a:pt x="8813494" y="1149390"/>
                          <a:pt x="8857034" y="1271588"/>
                        </a:cubicBezTo>
                        <a:cubicBezTo>
                          <a:pt x="8631169" y="1346193"/>
                          <a:pt x="8333807" y="1213105"/>
                          <a:pt x="8177995" y="1271588"/>
                        </a:cubicBezTo>
                        <a:cubicBezTo>
                          <a:pt x="8022183" y="1330071"/>
                          <a:pt x="7875261" y="1267748"/>
                          <a:pt x="7676096" y="1271588"/>
                        </a:cubicBezTo>
                        <a:cubicBezTo>
                          <a:pt x="7476931" y="1275428"/>
                          <a:pt x="7462614" y="1256672"/>
                          <a:pt x="7262768" y="1271588"/>
                        </a:cubicBezTo>
                        <a:cubicBezTo>
                          <a:pt x="7062922" y="1286504"/>
                          <a:pt x="6900862" y="1237130"/>
                          <a:pt x="6760869" y="1271588"/>
                        </a:cubicBezTo>
                        <a:cubicBezTo>
                          <a:pt x="6620876" y="1306046"/>
                          <a:pt x="6224172" y="1191089"/>
                          <a:pt x="5993260" y="1271588"/>
                        </a:cubicBezTo>
                        <a:cubicBezTo>
                          <a:pt x="5762348" y="1352087"/>
                          <a:pt x="5719192" y="1227858"/>
                          <a:pt x="5491361" y="1271588"/>
                        </a:cubicBezTo>
                        <a:cubicBezTo>
                          <a:pt x="5263530" y="1315318"/>
                          <a:pt x="5107010" y="1250649"/>
                          <a:pt x="4812322" y="1271588"/>
                        </a:cubicBezTo>
                        <a:cubicBezTo>
                          <a:pt x="4517634" y="1292527"/>
                          <a:pt x="4619478" y="1256592"/>
                          <a:pt x="4487564" y="1271588"/>
                        </a:cubicBezTo>
                        <a:cubicBezTo>
                          <a:pt x="4355650" y="1286584"/>
                          <a:pt x="4266828" y="1239642"/>
                          <a:pt x="4162806" y="1271588"/>
                        </a:cubicBezTo>
                        <a:cubicBezTo>
                          <a:pt x="4058784" y="1303534"/>
                          <a:pt x="3841803" y="1227642"/>
                          <a:pt x="3749478" y="1271588"/>
                        </a:cubicBezTo>
                        <a:cubicBezTo>
                          <a:pt x="3657153" y="1315534"/>
                          <a:pt x="3346191" y="1207926"/>
                          <a:pt x="2981868" y="1271588"/>
                        </a:cubicBezTo>
                        <a:cubicBezTo>
                          <a:pt x="2617545" y="1335250"/>
                          <a:pt x="2422319" y="1225931"/>
                          <a:pt x="2214259" y="1271588"/>
                        </a:cubicBezTo>
                        <a:cubicBezTo>
                          <a:pt x="2006199" y="1317245"/>
                          <a:pt x="1687445" y="1238339"/>
                          <a:pt x="1535219" y="1271588"/>
                        </a:cubicBezTo>
                        <a:cubicBezTo>
                          <a:pt x="1382993" y="1304837"/>
                          <a:pt x="1136339" y="1241155"/>
                          <a:pt x="856180" y="1271588"/>
                        </a:cubicBezTo>
                        <a:cubicBezTo>
                          <a:pt x="576021" y="1302021"/>
                          <a:pt x="190916" y="1199510"/>
                          <a:pt x="0" y="1271588"/>
                        </a:cubicBezTo>
                        <a:cubicBezTo>
                          <a:pt x="-15563" y="1148695"/>
                          <a:pt x="7516" y="943564"/>
                          <a:pt x="0" y="847725"/>
                        </a:cubicBezTo>
                        <a:cubicBezTo>
                          <a:pt x="-7516" y="751886"/>
                          <a:pt x="2459" y="625275"/>
                          <a:pt x="0" y="462010"/>
                        </a:cubicBezTo>
                        <a:cubicBezTo>
                          <a:pt x="-2459" y="298745"/>
                          <a:pt x="48137" y="1844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C8088127-AA63-0051-B8D0-6DD228088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" y="2618733"/>
            <a:ext cx="9144000" cy="407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105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73" y="655782"/>
            <a:ext cx="3213314" cy="4068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معادلات حالت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7442E-75CF-D763-4B18-2554B9D3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50" y="3246439"/>
            <a:ext cx="504718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83CAC45-947B-44DC-9766-C2EC00A69539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ariya rayaneh\Desktop\power point\_5767135103154242180_12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41" t="33183" r="2430" b="28667"/>
          <a:stretch/>
        </p:blipFill>
        <p:spPr bwMode="auto">
          <a:xfrm>
            <a:off x="5052877" y="2377696"/>
            <a:ext cx="3608513" cy="209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660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55049" y="541467"/>
                <a:ext cx="4317481" cy="2044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49" y="541467"/>
                <a:ext cx="4317481" cy="20444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C:\Users\ariya rayaneh\Desktop\power point\photo_2024-06-29_20-27-2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1" t="10126" r="32884" b="46136"/>
          <a:stretch/>
        </p:blipFill>
        <p:spPr bwMode="auto">
          <a:xfrm>
            <a:off x="4572000" y="3440187"/>
            <a:ext cx="4164396" cy="215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/>
          <p:cNvSpPr/>
          <p:nvPr/>
        </p:nvSpPr>
        <p:spPr>
          <a:xfrm>
            <a:off x="7059996" y="5141988"/>
            <a:ext cx="242887" cy="26027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19514" y="5063709"/>
                <a:ext cx="1619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514" y="5063709"/>
                <a:ext cx="161925" cy="338554"/>
              </a:xfrm>
              <a:prstGeom prst="rect">
                <a:avLst/>
              </a:prstGeom>
              <a:blipFill>
                <a:blip r:embed="rId4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6085" y="3459628"/>
                <a:ext cx="3048000" cy="2418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85" y="3459628"/>
                <a:ext cx="3048000" cy="24188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C:\Users\ariya rayaneh\Desktop\power point\_5767135103154242180_121.jpg">
            <a:extLst>
              <a:ext uri="{FF2B5EF4-FFF2-40B4-BE49-F238E27FC236}">
                <a16:creationId xmlns:a16="http://schemas.microsoft.com/office/drawing/2014/main" id="{5B189FDE-E544-4E65-BA98-AF4C1AC0D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7" t="52258" r="16938" b="32303"/>
          <a:stretch/>
        </p:blipFill>
        <p:spPr bwMode="auto">
          <a:xfrm>
            <a:off x="5123143" y="580845"/>
            <a:ext cx="3560199" cy="1758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7163638-C58B-442A-A7B0-F4BAD35C01EC}"/>
              </a:ext>
            </a:extLst>
          </p:cNvPr>
          <p:cNvSpPr/>
          <p:nvPr/>
        </p:nvSpPr>
        <p:spPr>
          <a:xfrm>
            <a:off x="5485454" y="1068402"/>
            <a:ext cx="1680972" cy="9906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3AE921-150E-44D8-975D-795691B4B089}"/>
              </a:ext>
            </a:extLst>
          </p:cNvPr>
          <p:cNvCxnSpPr>
            <a:cxnSpLocks/>
            <a:stCxn id="7" idx="0"/>
          </p:cNvCxnSpPr>
          <p:nvPr/>
        </p:nvCxnSpPr>
        <p:spPr>
          <a:xfrm flipH="1">
            <a:off x="6145395" y="1068402"/>
            <a:ext cx="180545" cy="26274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ED373B-0391-4A04-B8B8-88829B7E200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145395" y="865203"/>
            <a:ext cx="180545" cy="20319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15F03-059D-3397-68FF-697A7A1A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14</a:t>
            </a:fld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6CA7A91-9AA7-B66A-5010-D5DCB0D14E5D}"/>
              </a:ext>
            </a:extLst>
          </p:cNvPr>
          <p:cNvSpPr/>
          <p:nvPr/>
        </p:nvSpPr>
        <p:spPr>
          <a:xfrm>
            <a:off x="111831" y="271173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F47BFCE-4DE0-5054-207B-9F82E1736B38}"/>
              </a:ext>
            </a:extLst>
          </p:cNvPr>
          <p:cNvSpPr/>
          <p:nvPr/>
        </p:nvSpPr>
        <p:spPr>
          <a:xfrm>
            <a:off x="90754" y="3333207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06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iya rayaneh\Desktop\power point\photo_2024-06-29_20-27-2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1" t="12309" r="34440" b="16055"/>
          <a:stretch/>
        </p:blipFill>
        <p:spPr bwMode="auto">
          <a:xfrm>
            <a:off x="5222077" y="228600"/>
            <a:ext cx="3127460" cy="265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" name="Group 49"/>
          <p:cNvGrpSpPr/>
          <p:nvPr/>
        </p:nvGrpSpPr>
        <p:grpSpPr>
          <a:xfrm>
            <a:off x="5388943" y="550997"/>
            <a:ext cx="2586428" cy="2178941"/>
            <a:chOff x="5334000" y="1600200"/>
            <a:chExt cx="3048000" cy="2514600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8382000" y="1600200"/>
              <a:ext cx="0" cy="16764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7239000" y="3276600"/>
              <a:ext cx="1143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7239000" y="2743200"/>
              <a:ext cx="0" cy="5334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5410200" y="2743200"/>
              <a:ext cx="18288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410200" y="2743200"/>
              <a:ext cx="0" cy="13716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5334000" y="2362200"/>
              <a:ext cx="0" cy="17526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5334000" y="2362200"/>
              <a:ext cx="1905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7239000" y="2362200"/>
              <a:ext cx="0" cy="3048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7239000" y="2667000"/>
              <a:ext cx="381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7620000" y="1600200"/>
              <a:ext cx="0" cy="106680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7620000" y="1600200"/>
              <a:ext cx="76200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2417" y="633747"/>
                <a:ext cx="4114800" cy="1727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m:rPr>
                          <m:lit/>
                        </m:rP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0</m:t>
                      </m:r>
                      <m:r>
                        <a:rPr lang="en-US" i="1">
                          <a:latin typeface="Cambria Math"/>
                        </a:rPr>
                        <m:t>.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7" y="633747"/>
                <a:ext cx="4114800" cy="1727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 descr="C:\Users\ariya rayaneh\Desktop\power point\photo_2024-06-29_20-27-2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94" t="22097" r="10561" b="19274"/>
          <a:stretch/>
        </p:blipFill>
        <p:spPr bwMode="auto">
          <a:xfrm>
            <a:off x="5063311" y="3516070"/>
            <a:ext cx="3395691" cy="2702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/>
          <p:cNvSpPr/>
          <p:nvPr/>
        </p:nvSpPr>
        <p:spPr>
          <a:xfrm>
            <a:off x="7883090" y="4752980"/>
            <a:ext cx="184562" cy="14310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63759" y="3276600"/>
                <a:ext cx="5181600" cy="3050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759" y="3276600"/>
                <a:ext cx="5181600" cy="30506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E94D8-6F6D-8902-F4BA-FA7D0376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15</a:t>
            </a:fld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FF1CD94-9AE6-02B9-A741-F26BD06AB9DD}"/>
              </a:ext>
            </a:extLst>
          </p:cNvPr>
          <p:cNvSpPr/>
          <p:nvPr/>
        </p:nvSpPr>
        <p:spPr>
          <a:xfrm>
            <a:off x="134566" y="136526"/>
            <a:ext cx="8857034" cy="2943286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943286"/>
                      <a:gd name="connsiteX1" fmla="*/ 501899 w 8857034"/>
                      <a:gd name="connsiteY1" fmla="*/ 0 h 2943286"/>
                      <a:gd name="connsiteX2" fmla="*/ 1180938 w 8857034"/>
                      <a:gd name="connsiteY2" fmla="*/ 0 h 2943286"/>
                      <a:gd name="connsiteX3" fmla="*/ 1771407 w 8857034"/>
                      <a:gd name="connsiteY3" fmla="*/ 0 h 2943286"/>
                      <a:gd name="connsiteX4" fmla="*/ 2096165 w 8857034"/>
                      <a:gd name="connsiteY4" fmla="*/ 0 h 2943286"/>
                      <a:gd name="connsiteX5" fmla="*/ 2686634 w 8857034"/>
                      <a:gd name="connsiteY5" fmla="*/ 0 h 2943286"/>
                      <a:gd name="connsiteX6" fmla="*/ 3454243 w 8857034"/>
                      <a:gd name="connsiteY6" fmla="*/ 0 h 2943286"/>
                      <a:gd name="connsiteX7" fmla="*/ 3956142 w 8857034"/>
                      <a:gd name="connsiteY7" fmla="*/ 0 h 2943286"/>
                      <a:gd name="connsiteX8" fmla="*/ 4458040 w 8857034"/>
                      <a:gd name="connsiteY8" fmla="*/ 0 h 2943286"/>
                      <a:gd name="connsiteX9" fmla="*/ 4782798 w 8857034"/>
                      <a:gd name="connsiteY9" fmla="*/ 0 h 2943286"/>
                      <a:gd name="connsiteX10" fmla="*/ 5373267 w 8857034"/>
                      <a:gd name="connsiteY10" fmla="*/ 0 h 2943286"/>
                      <a:gd name="connsiteX11" fmla="*/ 6052307 w 8857034"/>
                      <a:gd name="connsiteY11" fmla="*/ 0 h 2943286"/>
                      <a:gd name="connsiteX12" fmla="*/ 6377064 w 8857034"/>
                      <a:gd name="connsiteY12" fmla="*/ 0 h 2943286"/>
                      <a:gd name="connsiteX13" fmla="*/ 6790393 w 8857034"/>
                      <a:gd name="connsiteY13" fmla="*/ 0 h 2943286"/>
                      <a:gd name="connsiteX14" fmla="*/ 7380862 w 8857034"/>
                      <a:gd name="connsiteY14" fmla="*/ 0 h 2943286"/>
                      <a:gd name="connsiteX15" fmla="*/ 8148471 w 8857034"/>
                      <a:gd name="connsiteY15" fmla="*/ 0 h 2943286"/>
                      <a:gd name="connsiteX16" fmla="*/ 8857034 w 8857034"/>
                      <a:gd name="connsiteY16" fmla="*/ 0 h 2943286"/>
                      <a:gd name="connsiteX17" fmla="*/ 8857034 w 8857034"/>
                      <a:gd name="connsiteY17" fmla="*/ 588657 h 2943286"/>
                      <a:gd name="connsiteX18" fmla="*/ 8857034 w 8857034"/>
                      <a:gd name="connsiteY18" fmla="*/ 1206747 h 2943286"/>
                      <a:gd name="connsiteX19" fmla="*/ 8857034 w 8857034"/>
                      <a:gd name="connsiteY19" fmla="*/ 1854270 h 2943286"/>
                      <a:gd name="connsiteX20" fmla="*/ 8857034 w 8857034"/>
                      <a:gd name="connsiteY20" fmla="*/ 2943286 h 2943286"/>
                      <a:gd name="connsiteX21" fmla="*/ 8355135 w 8857034"/>
                      <a:gd name="connsiteY21" fmla="*/ 2943286 h 2943286"/>
                      <a:gd name="connsiteX22" fmla="*/ 7941807 w 8857034"/>
                      <a:gd name="connsiteY22" fmla="*/ 2943286 h 2943286"/>
                      <a:gd name="connsiteX23" fmla="*/ 7439909 w 8857034"/>
                      <a:gd name="connsiteY23" fmla="*/ 2943286 h 2943286"/>
                      <a:gd name="connsiteX24" fmla="*/ 6672299 w 8857034"/>
                      <a:gd name="connsiteY24" fmla="*/ 2943286 h 2943286"/>
                      <a:gd name="connsiteX25" fmla="*/ 6170400 w 8857034"/>
                      <a:gd name="connsiteY25" fmla="*/ 2943286 h 2943286"/>
                      <a:gd name="connsiteX26" fmla="*/ 5491361 w 8857034"/>
                      <a:gd name="connsiteY26" fmla="*/ 2943286 h 2943286"/>
                      <a:gd name="connsiteX27" fmla="*/ 5166603 w 8857034"/>
                      <a:gd name="connsiteY27" fmla="*/ 2943286 h 2943286"/>
                      <a:gd name="connsiteX28" fmla="*/ 4841845 w 8857034"/>
                      <a:gd name="connsiteY28" fmla="*/ 2943286 h 2943286"/>
                      <a:gd name="connsiteX29" fmla="*/ 4428517 w 8857034"/>
                      <a:gd name="connsiteY29" fmla="*/ 2943286 h 2943286"/>
                      <a:gd name="connsiteX30" fmla="*/ 3660907 w 8857034"/>
                      <a:gd name="connsiteY30" fmla="*/ 2943286 h 2943286"/>
                      <a:gd name="connsiteX31" fmla="*/ 2893298 w 8857034"/>
                      <a:gd name="connsiteY31" fmla="*/ 2943286 h 2943286"/>
                      <a:gd name="connsiteX32" fmla="*/ 2214259 w 8857034"/>
                      <a:gd name="connsiteY32" fmla="*/ 2943286 h 2943286"/>
                      <a:gd name="connsiteX33" fmla="*/ 1535219 w 8857034"/>
                      <a:gd name="connsiteY33" fmla="*/ 2943286 h 2943286"/>
                      <a:gd name="connsiteX34" fmla="*/ 1121891 w 8857034"/>
                      <a:gd name="connsiteY34" fmla="*/ 2943286 h 2943286"/>
                      <a:gd name="connsiteX35" fmla="*/ 531422 w 8857034"/>
                      <a:gd name="connsiteY35" fmla="*/ 2943286 h 2943286"/>
                      <a:gd name="connsiteX36" fmla="*/ 0 w 8857034"/>
                      <a:gd name="connsiteY36" fmla="*/ 2943286 h 2943286"/>
                      <a:gd name="connsiteX37" fmla="*/ 0 w 8857034"/>
                      <a:gd name="connsiteY37" fmla="*/ 2295763 h 2943286"/>
                      <a:gd name="connsiteX38" fmla="*/ 0 w 8857034"/>
                      <a:gd name="connsiteY38" fmla="*/ 1765972 h 2943286"/>
                      <a:gd name="connsiteX39" fmla="*/ 0 w 8857034"/>
                      <a:gd name="connsiteY39" fmla="*/ 1265613 h 2943286"/>
                      <a:gd name="connsiteX40" fmla="*/ 0 w 8857034"/>
                      <a:gd name="connsiteY40" fmla="*/ 647523 h 2943286"/>
                      <a:gd name="connsiteX41" fmla="*/ 0 w 8857034"/>
                      <a:gd name="connsiteY41" fmla="*/ 0 h 29432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943286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914736" y="251415"/>
                          <a:pt x="8847054" y="464487"/>
                          <a:pt x="8857034" y="588657"/>
                        </a:cubicBezTo>
                        <a:cubicBezTo>
                          <a:pt x="8867014" y="712827"/>
                          <a:pt x="8789409" y="1003106"/>
                          <a:pt x="8857034" y="1206747"/>
                        </a:cubicBezTo>
                        <a:cubicBezTo>
                          <a:pt x="8924659" y="1410388"/>
                          <a:pt x="8793679" y="1676532"/>
                          <a:pt x="8857034" y="1854270"/>
                        </a:cubicBezTo>
                        <a:cubicBezTo>
                          <a:pt x="8920389" y="2032008"/>
                          <a:pt x="8804681" y="2437923"/>
                          <a:pt x="8857034" y="2943286"/>
                        </a:cubicBezTo>
                        <a:cubicBezTo>
                          <a:pt x="8660783" y="2963666"/>
                          <a:pt x="8554300" y="2939446"/>
                          <a:pt x="8355135" y="2943286"/>
                        </a:cubicBezTo>
                        <a:cubicBezTo>
                          <a:pt x="8155970" y="2947126"/>
                          <a:pt x="8141653" y="2928370"/>
                          <a:pt x="7941807" y="2943286"/>
                        </a:cubicBezTo>
                        <a:cubicBezTo>
                          <a:pt x="7741961" y="2958202"/>
                          <a:pt x="7572366" y="2906694"/>
                          <a:pt x="7439909" y="2943286"/>
                        </a:cubicBezTo>
                        <a:cubicBezTo>
                          <a:pt x="7307452" y="2979878"/>
                          <a:pt x="6904208" y="2865894"/>
                          <a:pt x="6672299" y="2943286"/>
                        </a:cubicBezTo>
                        <a:cubicBezTo>
                          <a:pt x="6440390" y="3020678"/>
                          <a:pt x="6398231" y="2899556"/>
                          <a:pt x="6170400" y="2943286"/>
                        </a:cubicBezTo>
                        <a:cubicBezTo>
                          <a:pt x="5942569" y="2987016"/>
                          <a:pt x="5786049" y="2922347"/>
                          <a:pt x="5491361" y="2943286"/>
                        </a:cubicBezTo>
                        <a:cubicBezTo>
                          <a:pt x="5196673" y="2964225"/>
                          <a:pt x="5298517" y="2928290"/>
                          <a:pt x="5166603" y="2943286"/>
                        </a:cubicBezTo>
                        <a:cubicBezTo>
                          <a:pt x="5034689" y="2958282"/>
                          <a:pt x="4945867" y="2911340"/>
                          <a:pt x="4841845" y="2943286"/>
                        </a:cubicBezTo>
                        <a:cubicBezTo>
                          <a:pt x="4737823" y="2975232"/>
                          <a:pt x="4520842" y="2899340"/>
                          <a:pt x="4428517" y="2943286"/>
                        </a:cubicBezTo>
                        <a:cubicBezTo>
                          <a:pt x="4336192" y="2987232"/>
                          <a:pt x="4025230" y="2879624"/>
                          <a:pt x="3660907" y="2943286"/>
                        </a:cubicBezTo>
                        <a:cubicBezTo>
                          <a:pt x="3296584" y="3006948"/>
                          <a:pt x="3101358" y="2897629"/>
                          <a:pt x="2893298" y="2943286"/>
                        </a:cubicBezTo>
                        <a:cubicBezTo>
                          <a:pt x="2685238" y="2988943"/>
                          <a:pt x="2366258" y="2904928"/>
                          <a:pt x="2214259" y="2943286"/>
                        </a:cubicBezTo>
                        <a:cubicBezTo>
                          <a:pt x="2062260" y="2981644"/>
                          <a:pt x="1816775" y="2918258"/>
                          <a:pt x="1535219" y="2943286"/>
                        </a:cubicBezTo>
                        <a:cubicBezTo>
                          <a:pt x="1253663" y="2968314"/>
                          <a:pt x="1302671" y="2901195"/>
                          <a:pt x="1121891" y="2943286"/>
                        </a:cubicBezTo>
                        <a:cubicBezTo>
                          <a:pt x="941111" y="2985377"/>
                          <a:pt x="724082" y="2926211"/>
                          <a:pt x="531422" y="2943286"/>
                        </a:cubicBezTo>
                        <a:cubicBezTo>
                          <a:pt x="338762" y="2960361"/>
                          <a:pt x="241924" y="2884451"/>
                          <a:pt x="0" y="2943286"/>
                        </a:cubicBezTo>
                        <a:cubicBezTo>
                          <a:pt x="-24257" y="2792024"/>
                          <a:pt x="23688" y="2589421"/>
                          <a:pt x="0" y="2295763"/>
                        </a:cubicBezTo>
                        <a:cubicBezTo>
                          <a:pt x="-23688" y="2002105"/>
                          <a:pt x="32317" y="1934964"/>
                          <a:pt x="0" y="1765972"/>
                        </a:cubicBezTo>
                        <a:cubicBezTo>
                          <a:pt x="-32317" y="1596980"/>
                          <a:pt x="31480" y="1460554"/>
                          <a:pt x="0" y="1265613"/>
                        </a:cubicBezTo>
                        <a:cubicBezTo>
                          <a:pt x="-31480" y="1070672"/>
                          <a:pt x="28234" y="796502"/>
                          <a:pt x="0" y="647523"/>
                        </a:cubicBezTo>
                        <a:cubicBezTo>
                          <a:pt x="-28234" y="498544"/>
                          <a:pt x="72458" y="1636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1CB0B2C-5A75-BA4A-27CE-421A2EFBF592}"/>
              </a:ext>
            </a:extLst>
          </p:cNvPr>
          <p:cNvSpPr/>
          <p:nvPr/>
        </p:nvSpPr>
        <p:spPr>
          <a:xfrm>
            <a:off x="143483" y="3234726"/>
            <a:ext cx="8857034" cy="3121624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3121624"/>
                      <a:gd name="connsiteX1" fmla="*/ 501899 w 8857034"/>
                      <a:gd name="connsiteY1" fmla="*/ 0 h 3121624"/>
                      <a:gd name="connsiteX2" fmla="*/ 1180938 w 8857034"/>
                      <a:gd name="connsiteY2" fmla="*/ 0 h 3121624"/>
                      <a:gd name="connsiteX3" fmla="*/ 1771407 w 8857034"/>
                      <a:gd name="connsiteY3" fmla="*/ 0 h 3121624"/>
                      <a:gd name="connsiteX4" fmla="*/ 2096165 w 8857034"/>
                      <a:gd name="connsiteY4" fmla="*/ 0 h 3121624"/>
                      <a:gd name="connsiteX5" fmla="*/ 2686634 w 8857034"/>
                      <a:gd name="connsiteY5" fmla="*/ 0 h 3121624"/>
                      <a:gd name="connsiteX6" fmla="*/ 3454243 w 8857034"/>
                      <a:gd name="connsiteY6" fmla="*/ 0 h 3121624"/>
                      <a:gd name="connsiteX7" fmla="*/ 3956142 w 8857034"/>
                      <a:gd name="connsiteY7" fmla="*/ 0 h 3121624"/>
                      <a:gd name="connsiteX8" fmla="*/ 4458040 w 8857034"/>
                      <a:gd name="connsiteY8" fmla="*/ 0 h 3121624"/>
                      <a:gd name="connsiteX9" fmla="*/ 4782798 w 8857034"/>
                      <a:gd name="connsiteY9" fmla="*/ 0 h 3121624"/>
                      <a:gd name="connsiteX10" fmla="*/ 5373267 w 8857034"/>
                      <a:gd name="connsiteY10" fmla="*/ 0 h 3121624"/>
                      <a:gd name="connsiteX11" fmla="*/ 6052307 w 8857034"/>
                      <a:gd name="connsiteY11" fmla="*/ 0 h 3121624"/>
                      <a:gd name="connsiteX12" fmla="*/ 6377064 w 8857034"/>
                      <a:gd name="connsiteY12" fmla="*/ 0 h 3121624"/>
                      <a:gd name="connsiteX13" fmla="*/ 6790393 w 8857034"/>
                      <a:gd name="connsiteY13" fmla="*/ 0 h 3121624"/>
                      <a:gd name="connsiteX14" fmla="*/ 7380862 w 8857034"/>
                      <a:gd name="connsiteY14" fmla="*/ 0 h 3121624"/>
                      <a:gd name="connsiteX15" fmla="*/ 8148471 w 8857034"/>
                      <a:gd name="connsiteY15" fmla="*/ 0 h 3121624"/>
                      <a:gd name="connsiteX16" fmla="*/ 8857034 w 8857034"/>
                      <a:gd name="connsiteY16" fmla="*/ 0 h 3121624"/>
                      <a:gd name="connsiteX17" fmla="*/ 8857034 w 8857034"/>
                      <a:gd name="connsiteY17" fmla="*/ 520271 h 3121624"/>
                      <a:gd name="connsiteX18" fmla="*/ 8857034 w 8857034"/>
                      <a:gd name="connsiteY18" fmla="*/ 1071758 h 3121624"/>
                      <a:gd name="connsiteX19" fmla="*/ 8857034 w 8857034"/>
                      <a:gd name="connsiteY19" fmla="*/ 1654461 h 3121624"/>
                      <a:gd name="connsiteX20" fmla="*/ 8857034 w 8857034"/>
                      <a:gd name="connsiteY20" fmla="*/ 2205948 h 3121624"/>
                      <a:gd name="connsiteX21" fmla="*/ 8857034 w 8857034"/>
                      <a:gd name="connsiteY21" fmla="*/ 3121624 h 3121624"/>
                      <a:gd name="connsiteX22" fmla="*/ 8443706 w 8857034"/>
                      <a:gd name="connsiteY22" fmla="*/ 3121624 h 3121624"/>
                      <a:gd name="connsiteX23" fmla="*/ 7941807 w 8857034"/>
                      <a:gd name="connsiteY23" fmla="*/ 3121624 h 3121624"/>
                      <a:gd name="connsiteX24" fmla="*/ 7174198 w 8857034"/>
                      <a:gd name="connsiteY24" fmla="*/ 3121624 h 3121624"/>
                      <a:gd name="connsiteX25" fmla="*/ 6672299 w 8857034"/>
                      <a:gd name="connsiteY25" fmla="*/ 3121624 h 3121624"/>
                      <a:gd name="connsiteX26" fmla="*/ 5993260 w 8857034"/>
                      <a:gd name="connsiteY26" fmla="*/ 3121624 h 3121624"/>
                      <a:gd name="connsiteX27" fmla="*/ 5668502 w 8857034"/>
                      <a:gd name="connsiteY27" fmla="*/ 3121624 h 3121624"/>
                      <a:gd name="connsiteX28" fmla="*/ 5343744 w 8857034"/>
                      <a:gd name="connsiteY28" fmla="*/ 3121624 h 3121624"/>
                      <a:gd name="connsiteX29" fmla="*/ 4930416 w 8857034"/>
                      <a:gd name="connsiteY29" fmla="*/ 3121624 h 3121624"/>
                      <a:gd name="connsiteX30" fmla="*/ 4162806 w 8857034"/>
                      <a:gd name="connsiteY30" fmla="*/ 3121624 h 3121624"/>
                      <a:gd name="connsiteX31" fmla="*/ 3395196 w 8857034"/>
                      <a:gd name="connsiteY31" fmla="*/ 3121624 h 3121624"/>
                      <a:gd name="connsiteX32" fmla="*/ 2716157 w 8857034"/>
                      <a:gd name="connsiteY32" fmla="*/ 3121624 h 3121624"/>
                      <a:gd name="connsiteX33" fmla="*/ 2037118 w 8857034"/>
                      <a:gd name="connsiteY33" fmla="*/ 3121624 h 3121624"/>
                      <a:gd name="connsiteX34" fmla="*/ 1623790 w 8857034"/>
                      <a:gd name="connsiteY34" fmla="*/ 3121624 h 3121624"/>
                      <a:gd name="connsiteX35" fmla="*/ 1033321 w 8857034"/>
                      <a:gd name="connsiteY35" fmla="*/ 3121624 h 3121624"/>
                      <a:gd name="connsiteX36" fmla="*/ 0 w 8857034"/>
                      <a:gd name="connsiteY36" fmla="*/ 3121624 h 3121624"/>
                      <a:gd name="connsiteX37" fmla="*/ 0 w 8857034"/>
                      <a:gd name="connsiteY37" fmla="*/ 2538921 h 3121624"/>
                      <a:gd name="connsiteX38" fmla="*/ 0 w 8857034"/>
                      <a:gd name="connsiteY38" fmla="*/ 2081083 h 3121624"/>
                      <a:gd name="connsiteX39" fmla="*/ 0 w 8857034"/>
                      <a:gd name="connsiteY39" fmla="*/ 1654461 h 3121624"/>
                      <a:gd name="connsiteX40" fmla="*/ 0 w 8857034"/>
                      <a:gd name="connsiteY40" fmla="*/ 1102974 h 3121624"/>
                      <a:gd name="connsiteX41" fmla="*/ 0 w 8857034"/>
                      <a:gd name="connsiteY41" fmla="*/ 613919 h 3121624"/>
                      <a:gd name="connsiteX42" fmla="*/ 0 w 8857034"/>
                      <a:gd name="connsiteY42" fmla="*/ 0 h 31216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8857034" h="3121624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87792" y="241789"/>
                          <a:pt x="8821778" y="336787"/>
                          <a:pt x="8857034" y="520271"/>
                        </a:cubicBezTo>
                        <a:cubicBezTo>
                          <a:pt x="8892290" y="703755"/>
                          <a:pt x="8801192" y="890202"/>
                          <a:pt x="8857034" y="1071758"/>
                        </a:cubicBezTo>
                        <a:cubicBezTo>
                          <a:pt x="8912876" y="1253314"/>
                          <a:pt x="8823484" y="1377851"/>
                          <a:pt x="8857034" y="1654461"/>
                        </a:cubicBezTo>
                        <a:cubicBezTo>
                          <a:pt x="8890584" y="1931071"/>
                          <a:pt x="8848699" y="2047275"/>
                          <a:pt x="8857034" y="2205948"/>
                        </a:cubicBezTo>
                        <a:cubicBezTo>
                          <a:pt x="8865369" y="2364621"/>
                          <a:pt x="8804854" y="2786426"/>
                          <a:pt x="8857034" y="3121624"/>
                        </a:cubicBezTo>
                        <a:cubicBezTo>
                          <a:pt x="8656528" y="3126126"/>
                          <a:pt x="8643552" y="3106708"/>
                          <a:pt x="8443706" y="3121624"/>
                        </a:cubicBezTo>
                        <a:cubicBezTo>
                          <a:pt x="8243860" y="3136540"/>
                          <a:pt x="8081800" y="3087166"/>
                          <a:pt x="7941807" y="3121624"/>
                        </a:cubicBezTo>
                        <a:cubicBezTo>
                          <a:pt x="7801814" y="3156082"/>
                          <a:pt x="7405110" y="3041125"/>
                          <a:pt x="7174198" y="3121624"/>
                        </a:cubicBezTo>
                        <a:cubicBezTo>
                          <a:pt x="6943286" y="3202123"/>
                          <a:pt x="6900130" y="3077894"/>
                          <a:pt x="6672299" y="3121624"/>
                        </a:cubicBezTo>
                        <a:cubicBezTo>
                          <a:pt x="6444468" y="3165354"/>
                          <a:pt x="6287948" y="3100685"/>
                          <a:pt x="5993260" y="3121624"/>
                        </a:cubicBezTo>
                        <a:cubicBezTo>
                          <a:pt x="5698572" y="3142563"/>
                          <a:pt x="5800416" y="3106628"/>
                          <a:pt x="5668502" y="3121624"/>
                        </a:cubicBezTo>
                        <a:cubicBezTo>
                          <a:pt x="5536588" y="3136620"/>
                          <a:pt x="5447766" y="3089678"/>
                          <a:pt x="5343744" y="3121624"/>
                        </a:cubicBezTo>
                        <a:cubicBezTo>
                          <a:pt x="5239722" y="3153570"/>
                          <a:pt x="5022741" y="3077678"/>
                          <a:pt x="4930416" y="3121624"/>
                        </a:cubicBezTo>
                        <a:cubicBezTo>
                          <a:pt x="4838091" y="3165570"/>
                          <a:pt x="4527129" y="3057962"/>
                          <a:pt x="4162806" y="3121624"/>
                        </a:cubicBezTo>
                        <a:cubicBezTo>
                          <a:pt x="3798483" y="3185286"/>
                          <a:pt x="3604770" y="3080710"/>
                          <a:pt x="3395196" y="3121624"/>
                        </a:cubicBezTo>
                        <a:cubicBezTo>
                          <a:pt x="3185622" y="3162538"/>
                          <a:pt x="2868156" y="3083266"/>
                          <a:pt x="2716157" y="3121624"/>
                        </a:cubicBezTo>
                        <a:cubicBezTo>
                          <a:pt x="2564158" y="3159982"/>
                          <a:pt x="2317277" y="3091191"/>
                          <a:pt x="2037118" y="3121624"/>
                        </a:cubicBezTo>
                        <a:cubicBezTo>
                          <a:pt x="1756959" y="3152057"/>
                          <a:pt x="1804570" y="3079533"/>
                          <a:pt x="1623790" y="3121624"/>
                        </a:cubicBezTo>
                        <a:cubicBezTo>
                          <a:pt x="1443010" y="3163715"/>
                          <a:pt x="1225981" y="3104549"/>
                          <a:pt x="1033321" y="3121624"/>
                        </a:cubicBezTo>
                        <a:cubicBezTo>
                          <a:pt x="840661" y="3138699"/>
                          <a:pt x="399549" y="3030921"/>
                          <a:pt x="0" y="3121624"/>
                        </a:cubicBezTo>
                        <a:cubicBezTo>
                          <a:pt x="-31311" y="2929474"/>
                          <a:pt x="37260" y="2713370"/>
                          <a:pt x="0" y="2538921"/>
                        </a:cubicBezTo>
                        <a:cubicBezTo>
                          <a:pt x="-37260" y="2364472"/>
                          <a:pt x="37689" y="2225804"/>
                          <a:pt x="0" y="2081083"/>
                        </a:cubicBezTo>
                        <a:cubicBezTo>
                          <a:pt x="-37689" y="1936362"/>
                          <a:pt x="22230" y="1849392"/>
                          <a:pt x="0" y="1654461"/>
                        </a:cubicBezTo>
                        <a:cubicBezTo>
                          <a:pt x="-22230" y="1459530"/>
                          <a:pt x="7535" y="1306980"/>
                          <a:pt x="0" y="1102974"/>
                        </a:cubicBezTo>
                        <a:cubicBezTo>
                          <a:pt x="-7535" y="898968"/>
                          <a:pt x="28012" y="736732"/>
                          <a:pt x="0" y="613919"/>
                        </a:cubicBezTo>
                        <a:cubicBezTo>
                          <a:pt x="-28012" y="491107"/>
                          <a:pt x="7938" y="2342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85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14500" y="3455894"/>
                <a:ext cx="5715000" cy="236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ⅆ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ⅆ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0" y="3455894"/>
                <a:ext cx="5715000" cy="2368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3006FF-C944-4BE8-86B8-2168C95853AD}"/>
                  </a:ext>
                </a:extLst>
              </p:cNvPr>
              <p:cNvSpPr txBox="1"/>
              <p:nvPr/>
            </p:nvSpPr>
            <p:spPr>
              <a:xfrm>
                <a:off x="1885950" y="213376"/>
                <a:ext cx="5372100" cy="3215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ⅆ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+(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3006FF-C944-4BE8-86B8-2168C9585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950" y="213376"/>
                <a:ext cx="5372100" cy="3215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24A35-1AD3-A80B-A301-B470DD75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16</a:t>
            </a:fld>
            <a:endParaRPr lang="en-US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F3B7C66F-D3A8-429F-2878-5566323CBC69}"/>
              </a:ext>
            </a:extLst>
          </p:cNvPr>
          <p:cNvSpPr/>
          <p:nvPr/>
        </p:nvSpPr>
        <p:spPr>
          <a:xfrm>
            <a:off x="1714499" y="3200400"/>
            <a:ext cx="5676901" cy="2819400"/>
          </a:xfrm>
          <a:custGeom>
            <a:avLst/>
            <a:gdLst>
              <a:gd name="connsiteX0" fmla="*/ 0 w 5676901"/>
              <a:gd name="connsiteY0" fmla="*/ 0 h 2819400"/>
              <a:gd name="connsiteX1" fmla="*/ 510921 w 5676901"/>
              <a:gd name="connsiteY1" fmla="*/ 0 h 2819400"/>
              <a:gd name="connsiteX2" fmla="*/ 1135380 w 5676901"/>
              <a:gd name="connsiteY2" fmla="*/ 0 h 2819400"/>
              <a:gd name="connsiteX3" fmla="*/ 1703070 w 5676901"/>
              <a:gd name="connsiteY3" fmla="*/ 0 h 2819400"/>
              <a:gd name="connsiteX4" fmla="*/ 2100453 w 5676901"/>
              <a:gd name="connsiteY4" fmla="*/ 0 h 2819400"/>
              <a:gd name="connsiteX5" fmla="*/ 2668143 w 5676901"/>
              <a:gd name="connsiteY5" fmla="*/ 0 h 2819400"/>
              <a:gd name="connsiteX6" fmla="*/ 3349372 w 5676901"/>
              <a:gd name="connsiteY6" fmla="*/ 0 h 2819400"/>
              <a:gd name="connsiteX7" fmla="*/ 3860293 w 5676901"/>
              <a:gd name="connsiteY7" fmla="*/ 0 h 2819400"/>
              <a:gd name="connsiteX8" fmla="*/ 4371214 w 5676901"/>
              <a:gd name="connsiteY8" fmla="*/ 0 h 2819400"/>
              <a:gd name="connsiteX9" fmla="*/ 4768597 w 5676901"/>
              <a:gd name="connsiteY9" fmla="*/ 0 h 2819400"/>
              <a:gd name="connsiteX10" fmla="*/ 5676901 w 5676901"/>
              <a:gd name="connsiteY10" fmla="*/ 0 h 2819400"/>
              <a:gd name="connsiteX11" fmla="*/ 5676901 w 5676901"/>
              <a:gd name="connsiteY11" fmla="*/ 592074 h 2819400"/>
              <a:gd name="connsiteX12" fmla="*/ 5676901 w 5676901"/>
              <a:gd name="connsiteY12" fmla="*/ 1155954 h 2819400"/>
              <a:gd name="connsiteX13" fmla="*/ 5676901 w 5676901"/>
              <a:gd name="connsiteY13" fmla="*/ 1748028 h 2819400"/>
              <a:gd name="connsiteX14" fmla="*/ 5676901 w 5676901"/>
              <a:gd name="connsiteY14" fmla="*/ 2819400 h 2819400"/>
              <a:gd name="connsiteX15" fmla="*/ 5222749 w 5676901"/>
              <a:gd name="connsiteY15" fmla="*/ 2819400 h 2819400"/>
              <a:gd name="connsiteX16" fmla="*/ 4825366 w 5676901"/>
              <a:gd name="connsiteY16" fmla="*/ 2819400 h 2819400"/>
              <a:gd name="connsiteX17" fmla="*/ 4427983 w 5676901"/>
              <a:gd name="connsiteY17" fmla="*/ 2819400 h 2819400"/>
              <a:gd name="connsiteX18" fmla="*/ 3746755 w 5676901"/>
              <a:gd name="connsiteY18" fmla="*/ 2819400 h 2819400"/>
              <a:gd name="connsiteX19" fmla="*/ 3349372 w 5676901"/>
              <a:gd name="connsiteY19" fmla="*/ 2819400 h 2819400"/>
              <a:gd name="connsiteX20" fmla="*/ 2951989 w 5676901"/>
              <a:gd name="connsiteY20" fmla="*/ 2819400 h 2819400"/>
              <a:gd name="connsiteX21" fmla="*/ 2441067 w 5676901"/>
              <a:gd name="connsiteY21" fmla="*/ 2819400 h 2819400"/>
              <a:gd name="connsiteX22" fmla="*/ 1986915 w 5676901"/>
              <a:gd name="connsiteY22" fmla="*/ 2819400 h 2819400"/>
              <a:gd name="connsiteX23" fmla="*/ 1475994 w 5676901"/>
              <a:gd name="connsiteY23" fmla="*/ 2819400 h 2819400"/>
              <a:gd name="connsiteX24" fmla="*/ 794766 w 5676901"/>
              <a:gd name="connsiteY24" fmla="*/ 2819400 h 2819400"/>
              <a:gd name="connsiteX25" fmla="*/ 0 w 5676901"/>
              <a:gd name="connsiteY25" fmla="*/ 2819400 h 2819400"/>
              <a:gd name="connsiteX26" fmla="*/ 0 w 5676901"/>
              <a:gd name="connsiteY26" fmla="*/ 2227326 h 2819400"/>
              <a:gd name="connsiteX27" fmla="*/ 0 w 5676901"/>
              <a:gd name="connsiteY27" fmla="*/ 1719834 h 2819400"/>
              <a:gd name="connsiteX28" fmla="*/ 0 w 5676901"/>
              <a:gd name="connsiteY28" fmla="*/ 1240536 h 2819400"/>
              <a:gd name="connsiteX29" fmla="*/ 0 w 5676901"/>
              <a:gd name="connsiteY29" fmla="*/ 704850 h 2819400"/>
              <a:gd name="connsiteX30" fmla="*/ 0 w 5676901"/>
              <a:gd name="connsiteY30" fmla="*/ 0 h 281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676901" h="2819400" extrusionOk="0">
                <a:moveTo>
                  <a:pt x="0" y="0"/>
                </a:moveTo>
                <a:cubicBezTo>
                  <a:pt x="249956" y="-39139"/>
                  <a:pt x="265996" y="6285"/>
                  <a:pt x="510921" y="0"/>
                </a:cubicBezTo>
                <a:cubicBezTo>
                  <a:pt x="755846" y="-6285"/>
                  <a:pt x="922678" y="69157"/>
                  <a:pt x="1135380" y="0"/>
                </a:cubicBezTo>
                <a:cubicBezTo>
                  <a:pt x="1348082" y="-69157"/>
                  <a:pt x="1583608" y="29899"/>
                  <a:pt x="1703070" y="0"/>
                </a:cubicBezTo>
                <a:cubicBezTo>
                  <a:pt x="1822532" y="-29899"/>
                  <a:pt x="2014203" y="21020"/>
                  <a:pt x="2100453" y="0"/>
                </a:cubicBezTo>
                <a:cubicBezTo>
                  <a:pt x="2186703" y="-21020"/>
                  <a:pt x="2393843" y="56977"/>
                  <a:pt x="2668143" y="0"/>
                </a:cubicBezTo>
                <a:cubicBezTo>
                  <a:pt x="2942443" y="-56977"/>
                  <a:pt x="3110460" y="77712"/>
                  <a:pt x="3349372" y="0"/>
                </a:cubicBezTo>
                <a:cubicBezTo>
                  <a:pt x="3588284" y="-77712"/>
                  <a:pt x="3683252" y="3851"/>
                  <a:pt x="3860293" y="0"/>
                </a:cubicBezTo>
                <a:cubicBezTo>
                  <a:pt x="4037334" y="-3851"/>
                  <a:pt x="4267245" y="55997"/>
                  <a:pt x="4371214" y="0"/>
                </a:cubicBezTo>
                <a:cubicBezTo>
                  <a:pt x="4475183" y="-55997"/>
                  <a:pt x="4688104" y="8701"/>
                  <a:pt x="4768597" y="0"/>
                </a:cubicBezTo>
                <a:cubicBezTo>
                  <a:pt x="4849090" y="-8701"/>
                  <a:pt x="5290615" y="104861"/>
                  <a:pt x="5676901" y="0"/>
                </a:cubicBezTo>
                <a:cubicBezTo>
                  <a:pt x="5736554" y="263572"/>
                  <a:pt x="5667464" y="395410"/>
                  <a:pt x="5676901" y="592074"/>
                </a:cubicBezTo>
                <a:cubicBezTo>
                  <a:pt x="5686338" y="788738"/>
                  <a:pt x="5636810" y="965723"/>
                  <a:pt x="5676901" y="1155954"/>
                </a:cubicBezTo>
                <a:cubicBezTo>
                  <a:pt x="5716992" y="1346185"/>
                  <a:pt x="5608535" y="1509242"/>
                  <a:pt x="5676901" y="1748028"/>
                </a:cubicBezTo>
                <a:cubicBezTo>
                  <a:pt x="5745267" y="1986814"/>
                  <a:pt x="5640296" y="2293367"/>
                  <a:pt x="5676901" y="2819400"/>
                </a:cubicBezTo>
                <a:cubicBezTo>
                  <a:pt x="5561786" y="2820852"/>
                  <a:pt x="5380398" y="2805435"/>
                  <a:pt x="5222749" y="2819400"/>
                </a:cubicBezTo>
                <a:cubicBezTo>
                  <a:pt x="5065100" y="2833365"/>
                  <a:pt x="4999024" y="2798283"/>
                  <a:pt x="4825366" y="2819400"/>
                </a:cubicBezTo>
                <a:cubicBezTo>
                  <a:pt x="4651708" y="2840517"/>
                  <a:pt x="4620649" y="2772214"/>
                  <a:pt x="4427983" y="2819400"/>
                </a:cubicBezTo>
                <a:cubicBezTo>
                  <a:pt x="4235317" y="2866586"/>
                  <a:pt x="4041068" y="2741695"/>
                  <a:pt x="3746755" y="2819400"/>
                </a:cubicBezTo>
                <a:cubicBezTo>
                  <a:pt x="3452442" y="2897105"/>
                  <a:pt x="3512200" y="2785264"/>
                  <a:pt x="3349372" y="2819400"/>
                </a:cubicBezTo>
                <a:cubicBezTo>
                  <a:pt x="3186544" y="2853536"/>
                  <a:pt x="3043709" y="2783545"/>
                  <a:pt x="2951989" y="2819400"/>
                </a:cubicBezTo>
                <a:cubicBezTo>
                  <a:pt x="2860269" y="2855255"/>
                  <a:pt x="2645358" y="2793311"/>
                  <a:pt x="2441067" y="2819400"/>
                </a:cubicBezTo>
                <a:cubicBezTo>
                  <a:pt x="2236776" y="2845489"/>
                  <a:pt x="2084581" y="2789825"/>
                  <a:pt x="1986915" y="2819400"/>
                </a:cubicBezTo>
                <a:cubicBezTo>
                  <a:pt x="1889249" y="2848975"/>
                  <a:pt x="1705739" y="2786026"/>
                  <a:pt x="1475994" y="2819400"/>
                </a:cubicBezTo>
                <a:cubicBezTo>
                  <a:pt x="1246249" y="2852774"/>
                  <a:pt x="960615" y="2776911"/>
                  <a:pt x="794766" y="2819400"/>
                </a:cubicBezTo>
                <a:cubicBezTo>
                  <a:pt x="628917" y="2861889"/>
                  <a:pt x="241952" y="2811920"/>
                  <a:pt x="0" y="2819400"/>
                </a:cubicBezTo>
                <a:cubicBezTo>
                  <a:pt x="-64687" y="2652393"/>
                  <a:pt x="1300" y="2472257"/>
                  <a:pt x="0" y="2227326"/>
                </a:cubicBezTo>
                <a:cubicBezTo>
                  <a:pt x="-1300" y="1982395"/>
                  <a:pt x="48991" y="1941394"/>
                  <a:pt x="0" y="1719834"/>
                </a:cubicBezTo>
                <a:cubicBezTo>
                  <a:pt x="-48991" y="1498274"/>
                  <a:pt x="36721" y="1346742"/>
                  <a:pt x="0" y="1240536"/>
                </a:cubicBezTo>
                <a:cubicBezTo>
                  <a:pt x="-36721" y="1134330"/>
                  <a:pt x="7108" y="961069"/>
                  <a:pt x="0" y="704850"/>
                </a:cubicBezTo>
                <a:cubicBezTo>
                  <a:pt x="-7108" y="448631"/>
                  <a:pt x="77539" y="153198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prstGeom prst="flowChartProcess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73" y="655782"/>
            <a:ext cx="3213314" cy="4068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b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حالت دایمی سینوسی</a:t>
            </a:r>
            <a:b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7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29CF3-5DF0-1CF3-68ED-1A4A19AA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50" y="3246439"/>
            <a:ext cx="504718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83CAC45-947B-44DC-9766-C2EC00A69539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CB2A2B1E-D5BF-27FB-1FAB-549A487DD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" t="10126" r="4471" b="9288"/>
          <a:stretch/>
        </p:blipFill>
        <p:spPr bwMode="auto">
          <a:xfrm>
            <a:off x="5052877" y="2539613"/>
            <a:ext cx="3608513" cy="177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84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riya rayaneh\Desktop\power point\_5767135103154242180_12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4" t="33194" r="15884" b="47194"/>
          <a:stretch/>
        </p:blipFill>
        <p:spPr bwMode="auto">
          <a:xfrm>
            <a:off x="4970928" y="3699051"/>
            <a:ext cx="3881367" cy="201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7635733" y="5469304"/>
            <a:ext cx="212867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54289" y="5391139"/>
                <a:ext cx="1419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289" y="5391139"/>
                <a:ext cx="141911" cy="338554"/>
              </a:xfrm>
              <a:prstGeom prst="rect">
                <a:avLst/>
              </a:prstGeom>
              <a:blipFill>
                <a:blip r:embed="rId3"/>
                <a:stretch>
                  <a:fillRect r="-10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19200" y="760591"/>
                <a:ext cx="3200400" cy="1868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𝐸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en-US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0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E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760591"/>
                <a:ext cx="3200400" cy="1868012"/>
              </a:xfrm>
              <a:prstGeom prst="rect">
                <a:avLst/>
              </a:prstGeom>
              <a:blipFill>
                <a:blip r:embed="rId4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4013" y="3894156"/>
                <a:ext cx="4826258" cy="1982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−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/>
                          </a:rPr>
                          <m:t>−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= 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) </m:t>
                        </m:r>
                      </m:num>
                      <m:den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(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+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)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) </m:t>
                        </m:r>
                      </m:num>
                      <m:den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(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+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)</m:t>
                        </m:r>
                      </m:den>
                    </m:f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E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13" y="3894156"/>
                <a:ext cx="4826258" cy="19822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FC4C616B-A450-4A90-A3CE-F8D9FC576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6" t="48564" r="38639" b="20020"/>
          <a:stretch/>
        </p:blipFill>
        <p:spPr bwMode="auto">
          <a:xfrm>
            <a:off x="5202671" y="750435"/>
            <a:ext cx="3352800" cy="157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7334654" y="103719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58454" y="959030"/>
                <a:ext cx="152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454" y="959030"/>
                <a:ext cx="152400" cy="338554"/>
              </a:xfrm>
              <a:prstGeom prst="rect">
                <a:avLst/>
              </a:prstGeom>
              <a:blipFill>
                <a:blip r:embed="rId7"/>
                <a:stretch>
                  <a:fillRect r="-1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9B9AC13-3A09-15C4-C155-1A05AC28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18</a:t>
            </a:fld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C9AE26A-6871-3488-29B5-C964AC17A2E3}"/>
              </a:ext>
            </a:extLst>
          </p:cNvPr>
          <p:cNvSpPr/>
          <p:nvPr/>
        </p:nvSpPr>
        <p:spPr>
          <a:xfrm>
            <a:off x="224013" y="272755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EBE9F66A-732A-538E-D6C5-E0018857952E}"/>
              </a:ext>
            </a:extLst>
          </p:cNvPr>
          <p:cNvSpPr/>
          <p:nvPr/>
        </p:nvSpPr>
        <p:spPr>
          <a:xfrm>
            <a:off x="143483" y="3255260"/>
            <a:ext cx="8857034" cy="2692144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692144"/>
                      <a:gd name="connsiteX1" fmla="*/ 501899 w 8857034"/>
                      <a:gd name="connsiteY1" fmla="*/ 0 h 2692144"/>
                      <a:gd name="connsiteX2" fmla="*/ 1180938 w 8857034"/>
                      <a:gd name="connsiteY2" fmla="*/ 0 h 2692144"/>
                      <a:gd name="connsiteX3" fmla="*/ 1771407 w 8857034"/>
                      <a:gd name="connsiteY3" fmla="*/ 0 h 2692144"/>
                      <a:gd name="connsiteX4" fmla="*/ 2096165 w 8857034"/>
                      <a:gd name="connsiteY4" fmla="*/ 0 h 2692144"/>
                      <a:gd name="connsiteX5" fmla="*/ 2686634 w 8857034"/>
                      <a:gd name="connsiteY5" fmla="*/ 0 h 2692144"/>
                      <a:gd name="connsiteX6" fmla="*/ 3454243 w 8857034"/>
                      <a:gd name="connsiteY6" fmla="*/ 0 h 2692144"/>
                      <a:gd name="connsiteX7" fmla="*/ 3956142 w 8857034"/>
                      <a:gd name="connsiteY7" fmla="*/ 0 h 2692144"/>
                      <a:gd name="connsiteX8" fmla="*/ 4458040 w 8857034"/>
                      <a:gd name="connsiteY8" fmla="*/ 0 h 2692144"/>
                      <a:gd name="connsiteX9" fmla="*/ 4782798 w 8857034"/>
                      <a:gd name="connsiteY9" fmla="*/ 0 h 2692144"/>
                      <a:gd name="connsiteX10" fmla="*/ 5373267 w 8857034"/>
                      <a:gd name="connsiteY10" fmla="*/ 0 h 2692144"/>
                      <a:gd name="connsiteX11" fmla="*/ 6052307 w 8857034"/>
                      <a:gd name="connsiteY11" fmla="*/ 0 h 2692144"/>
                      <a:gd name="connsiteX12" fmla="*/ 6377064 w 8857034"/>
                      <a:gd name="connsiteY12" fmla="*/ 0 h 2692144"/>
                      <a:gd name="connsiteX13" fmla="*/ 6790393 w 8857034"/>
                      <a:gd name="connsiteY13" fmla="*/ 0 h 2692144"/>
                      <a:gd name="connsiteX14" fmla="*/ 7380862 w 8857034"/>
                      <a:gd name="connsiteY14" fmla="*/ 0 h 2692144"/>
                      <a:gd name="connsiteX15" fmla="*/ 8148471 w 8857034"/>
                      <a:gd name="connsiteY15" fmla="*/ 0 h 2692144"/>
                      <a:gd name="connsiteX16" fmla="*/ 8857034 w 8857034"/>
                      <a:gd name="connsiteY16" fmla="*/ 0 h 2692144"/>
                      <a:gd name="connsiteX17" fmla="*/ 8857034 w 8857034"/>
                      <a:gd name="connsiteY17" fmla="*/ 538429 h 2692144"/>
                      <a:gd name="connsiteX18" fmla="*/ 8857034 w 8857034"/>
                      <a:gd name="connsiteY18" fmla="*/ 1103779 h 2692144"/>
                      <a:gd name="connsiteX19" fmla="*/ 8857034 w 8857034"/>
                      <a:gd name="connsiteY19" fmla="*/ 1696051 h 2692144"/>
                      <a:gd name="connsiteX20" fmla="*/ 8857034 w 8857034"/>
                      <a:gd name="connsiteY20" fmla="*/ 2692144 h 2692144"/>
                      <a:gd name="connsiteX21" fmla="*/ 8355135 w 8857034"/>
                      <a:gd name="connsiteY21" fmla="*/ 2692144 h 2692144"/>
                      <a:gd name="connsiteX22" fmla="*/ 7941807 w 8857034"/>
                      <a:gd name="connsiteY22" fmla="*/ 2692144 h 2692144"/>
                      <a:gd name="connsiteX23" fmla="*/ 7439909 w 8857034"/>
                      <a:gd name="connsiteY23" fmla="*/ 2692144 h 2692144"/>
                      <a:gd name="connsiteX24" fmla="*/ 6672299 w 8857034"/>
                      <a:gd name="connsiteY24" fmla="*/ 2692144 h 2692144"/>
                      <a:gd name="connsiteX25" fmla="*/ 6170400 w 8857034"/>
                      <a:gd name="connsiteY25" fmla="*/ 2692144 h 2692144"/>
                      <a:gd name="connsiteX26" fmla="*/ 5491361 w 8857034"/>
                      <a:gd name="connsiteY26" fmla="*/ 2692144 h 2692144"/>
                      <a:gd name="connsiteX27" fmla="*/ 5166603 w 8857034"/>
                      <a:gd name="connsiteY27" fmla="*/ 2692144 h 2692144"/>
                      <a:gd name="connsiteX28" fmla="*/ 4841845 w 8857034"/>
                      <a:gd name="connsiteY28" fmla="*/ 2692144 h 2692144"/>
                      <a:gd name="connsiteX29" fmla="*/ 4428517 w 8857034"/>
                      <a:gd name="connsiteY29" fmla="*/ 2692144 h 2692144"/>
                      <a:gd name="connsiteX30" fmla="*/ 3660907 w 8857034"/>
                      <a:gd name="connsiteY30" fmla="*/ 2692144 h 2692144"/>
                      <a:gd name="connsiteX31" fmla="*/ 2893298 w 8857034"/>
                      <a:gd name="connsiteY31" fmla="*/ 2692144 h 2692144"/>
                      <a:gd name="connsiteX32" fmla="*/ 2214259 w 8857034"/>
                      <a:gd name="connsiteY32" fmla="*/ 2692144 h 2692144"/>
                      <a:gd name="connsiteX33" fmla="*/ 1535219 w 8857034"/>
                      <a:gd name="connsiteY33" fmla="*/ 2692144 h 2692144"/>
                      <a:gd name="connsiteX34" fmla="*/ 1121891 w 8857034"/>
                      <a:gd name="connsiteY34" fmla="*/ 2692144 h 2692144"/>
                      <a:gd name="connsiteX35" fmla="*/ 531422 w 8857034"/>
                      <a:gd name="connsiteY35" fmla="*/ 2692144 h 2692144"/>
                      <a:gd name="connsiteX36" fmla="*/ 0 w 8857034"/>
                      <a:gd name="connsiteY36" fmla="*/ 2692144 h 2692144"/>
                      <a:gd name="connsiteX37" fmla="*/ 0 w 8857034"/>
                      <a:gd name="connsiteY37" fmla="*/ 2099872 h 2692144"/>
                      <a:gd name="connsiteX38" fmla="*/ 0 w 8857034"/>
                      <a:gd name="connsiteY38" fmla="*/ 1615286 h 2692144"/>
                      <a:gd name="connsiteX39" fmla="*/ 0 w 8857034"/>
                      <a:gd name="connsiteY39" fmla="*/ 1157622 h 2692144"/>
                      <a:gd name="connsiteX40" fmla="*/ 0 w 8857034"/>
                      <a:gd name="connsiteY40" fmla="*/ 592272 h 2692144"/>
                      <a:gd name="connsiteX41" fmla="*/ 0 w 8857034"/>
                      <a:gd name="connsiteY41" fmla="*/ 0 h 2692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692144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68034" y="265404"/>
                          <a:pt x="8846969" y="396829"/>
                          <a:pt x="8857034" y="538429"/>
                        </a:cubicBezTo>
                        <a:cubicBezTo>
                          <a:pt x="8867099" y="680029"/>
                          <a:pt x="8836299" y="895846"/>
                          <a:pt x="8857034" y="1103779"/>
                        </a:cubicBezTo>
                        <a:cubicBezTo>
                          <a:pt x="8877769" y="1311712"/>
                          <a:pt x="8839252" y="1426637"/>
                          <a:pt x="8857034" y="1696051"/>
                        </a:cubicBezTo>
                        <a:cubicBezTo>
                          <a:pt x="8874816" y="1965465"/>
                          <a:pt x="8842773" y="2267951"/>
                          <a:pt x="8857034" y="2692144"/>
                        </a:cubicBezTo>
                        <a:cubicBezTo>
                          <a:pt x="8660783" y="2712524"/>
                          <a:pt x="8554300" y="2688304"/>
                          <a:pt x="8355135" y="2692144"/>
                        </a:cubicBezTo>
                        <a:cubicBezTo>
                          <a:pt x="8155970" y="2695984"/>
                          <a:pt x="8141653" y="2677228"/>
                          <a:pt x="7941807" y="2692144"/>
                        </a:cubicBezTo>
                        <a:cubicBezTo>
                          <a:pt x="7741961" y="2707060"/>
                          <a:pt x="7572366" y="2655552"/>
                          <a:pt x="7439909" y="2692144"/>
                        </a:cubicBezTo>
                        <a:cubicBezTo>
                          <a:pt x="7307452" y="2728736"/>
                          <a:pt x="6904208" y="2614752"/>
                          <a:pt x="6672299" y="2692144"/>
                        </a:cubicBezTo>
                        <a:cubicBezTo>
                          <a:pt x="6440390" y="2769536"/>
                          <a:pt x="6398231" y="2648414"/>
                          <a:pt x="6170400" y="2692144"/>
                        </a:cubicBezTo>
                        <a:cubicBezTo>
                          <a:pt x="5942569" y="2735874"/>
                          <a:pt x="5786049" y="2671205"/>
                          <a:pt x="5491361" y="2692144"/>
                        </a:cubicBezTo>
                        <a:cubicBezTo>
                          <a:pt x="5196673" y="2713083"/>
                          <a:pt x="5298517" y="2677148"/>
                          <a:pt x="5166603" y="2692144"/>
                        </a:cubicBezTo>
                        <a:cubicBezTo>
                          <a:pt x="5034689" y="2707140"/>
                          <a:pt x="4945867" y="2660198"/>
                          <a:pt x="4841845" y="2692144"/>
                        </a:cubicBezTo>
                        <a:cubicBezTo>
                          <a:pt x="4737823" y="2724090"/>
                          <a:pt x="4520842" y="2648198"/>
                          <a:pt x="4428517" y="2692144"/>
                        </a:cubicBezTo>
                        <a:cubicBezTo>
                          <a:pt x="4336192" y="2736090"/>
                          <a:pt x="4025230" y="2628482"/>
                          <a:pt x="3660907" y="2692144"/>
                        </a:cubicBezTo>
                        <a:cubicBezTo>
                          <a:pt x="3296584" y="2755806"/>
                          <a:pt x="3101358" y="2646487"/>
                          <a:pt x="2893298" y="2692144"/>
                        </a:cubicBezTo>
                        <a:cubicBezTo>
                          <a:pt x="2685238" y="2737801"/>
                          <a:pt x="2366258" y="2653786"/>
                          <a:pt x="2214259" y="2692144"/>
                        </a:cubicBezTo>
                        <a:cubicBezTo>
                          <a:pt x="2062260" y="2730502"/>
                          <a:pt x="1816775" y="2667116"/>
                          <a:pt x="1535219" y="2692144"/>
                        </a:cubicBezTo>
                        <a:cubicBezTo>
                          <a:pt x="1253663" y="2717172"/>
                          <a:pt x="1302671" y="2650053"/>
                          <a:pt x="1121891" y="2692144"/>
                        </a:cubicBezTo>
                        <a:cubicBezTo>
                          <a:pt x="941111" y="2734235"/>
                          <a:pt x="724082" y="2675069"/>
                          <a:pt x="531422" y="2692144"/>
                        </a:cubicBezTo>
                        <a:cubicBezTo>
                          <a:pt x="338762" y="2709219"/>
                          <a:pt x="241924" y="2633309"/>
                          <a:pt x="0" y="2692144"/>
                        </a:cubicBezTo>
                        <a:cubicBezTo>
                          <a:pt x="-37626" y="2454810"/>
                          <a:pt x="20259" y="2254191"/>
                          <a:pt x="0" y="2099872"/>
                        </a:cubicBezTo>
                        <a:cubicBezTo>
                          <a:pt x="-20259" y="1945553"/>
                          <a:pt x="7553" y="1823039"/>
                          <a:pt x="0" y="1615286"/>
                        </a:cubicBezTo>
                        <a:cubicBezTo>
                          <a:pt x="-7553" y="1407533"/>
                          <a:pt x="34453" y="1250943"/>
                          <a:pt x="0" y="1157622"/>
                        </a:cubicBezTo>
                        <a:cubicBezTo>
                          <a:pt x="-34453" y="1064301"/>
                          <a:pt x="27118" y="810453"/>
                          <a:pt x="0" y="592272"/>
                        </a:cubicBezTo>
                        <a:cubicBezTo>
                          <a:pt x="-27118" y="374091"/>
                          <a:pt x="24061" y="2854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5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riya rayaneh\Desktop\power point\_5767135103154242180_12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35" t="37875" r="3306" b="31171"/>
          <a:stretch/>
        </p:blipFill>
        <p:spPr bwMode="auto">
          <a:xfrm>
            <a:off x="6887963" y="304800"/>
            <a:ext cx="1897674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62E1C-4532-72E6-12BF-1E5904DA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711C1C-8A5E-7EEC-B03A-6C9EBFBBD67C}"/>
              </a:ext>
            </a:extLst>
          </p:cNvPr>
          <p:cNvSpPr/>
          <p:nvPr/>
        </p:nvSpPr>
        <p:spPr>
          <a:xfrm>
            <a:off x="8305800" y="1192014"/>
            <a:ext cx="184562" cy="14310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662D1A-CF5E-9D69-A7F8-51F84F09CA70}"/>
                  </a:ext>
                </a:extLst>
              </p:cNvPr>
              <p:cNvSpPr txBox="1"/>
              <p:nvPr/>
            </p:nvSpPr>
            <p:spPr>
              <a:xfrm>
                <a:off x="1295400" y="503228"/>
                <a:ext cx="4343400" cy="2239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𝑜𝑢𝑡</m:t>
                              </m:r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𝐽𝑤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</m:t>
                          </m:r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)+</m:t>
                      </m:r>
                      <m:f>
                        <m:f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1800" kern="100" dirty="0"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sz="1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𝐽𝑤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𝐽𝑤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662D1A-CF5E-9D69-A7F8-51F84F09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03228"/>
                <a:ext cx="4343400" cy="2239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A0B15B7-7147-122D-2BEB-9132556751C1}"/>
              </a:ext>
            </a:extLst>
          </p:cNvPr>
          <p:cNvSpPr/>
          <p:nvPr/>
        </p:nvSpPr>
        <p:spPr>
          <a:xfrm>
            <a:off x="143483" y="105304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51DFC-1F46-7989-8A3B-1BA08B330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3144"/>
            <a:ext cx="9144000" cy="402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7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73" y="655782"/>
            <a:ext cx="3213314" cy="4068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امپدانس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و </a:t>
            </a: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ادمیتانس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دیده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شده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fa-IR" sz="5700" dirty="0">
                <a:solidFill>
                  <a:schemeClr val="bg1"/>
                </a:solidFill>
              </a:rPr>
              <a:t>از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دو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سر</a:t>
            </a:r>
            <a: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fa-IR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منبع</a:t>
            </a:r>
            <a:br>
              <a:rPr lang="en-US" sz="5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A332B-611F-1997-B422-F1E78C3D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50" y="3246439"/>
            <a:ext cx="504718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83CAC45-947B-44DC-9766-C2EC00A69539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20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CB2A2B1E-D5BF-27FB-1FAB-549A487DD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" t="10126" r="4471" b="9288"/>
          <a:stretch/>
        </p:blipFill>
        <p:spPr bwMode="auto">
          <a:xfrm>
            <a:off x="5052877" y="2539613"/>
            <a:ext cx="3608513" cy="177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380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B1B2A-5657-1022-014A-AB2AE066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0549C3-97C5-CFBB-170F-AA7767E9EC2A}"/>
                  </a:ext>
                </a:extLst>
              </p:cNvPr>
              <p:cNvSpPr txBox="1"/>
              <p:nvPr/>
            </p:nvSpPr>
            <p:spPr>
              <a:xfrm>
                <a:off x="524483" y="856667"/>
                <a:ext cx="3962400" cy="1989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</m:sub>
                            </m:sSub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a:rPr lang="en-US" sz="1800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0</a:t>
                </a:r>
                <a:endParaRPr lang="en-US" sz="1800" dirty="0"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0549C3-97C5-CFBB-170F-AA7767E9E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83" y="856667"/>
                <a:ext cx="3962400" cy="1989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FC097B-6455-94EC-BFDB-EF178CC3C559}"/>
                  </a:ext>
                </a:extLst>
              </p:cNvPr>
              <p:cNvSpPr txBox="1"/>
              <p:nvPr/>
            </p:nvSpPr>
            <p:spPr>
              <a:xfrm>
                <a:off x="143483" y="3742086"/>
                <a:ext cx="4343400" cy="1481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_ </m:t>
                            </m:r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_ </m:t>
                            </m:r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18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1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0</a:t>
                </a:r>
                <a:endParaRPr lang="en-US" sz="1800" dirty="0"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fa-IR" sz="1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+ 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)(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 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f>
                          <m:f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  <m:r>
                          <a:rPr lang="en-US" sz="18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+ 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FC097B-6455-94EC-BFDB-EF178CC3C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83" y="3742086"/>
                <a:ext cx="4343400" cy="14816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C:\Users\ariya rayaneh\Desktop\power point\photo_2024-06-29_20-27-20.jpg">
            <a:extLst>
              <a:ext uri="{FF2B5EF4-FFF2-40B4-BE49-F238E27FC236}">
                <a16:creationId xmlns:a16="http://schemas.microsoft.com/office/drawing/2014/main" id="{5DBD3ABF-5CEF-F2BD-6D83-B69D5C3D2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6" t="48564" r="38639" b="20020"/>
          <a:stretch/>
        </p:blipFill>
        <p:spPr bwMode="auto">
          <a:xfrm>
            <a:off x="5202671" y="750435"/>
            <a:ext cx="3352800" cy="1576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A3667A8-EED6-7D33-9A40-FF0F01AAD215}"/>
              </a:ext>
            </a:extLst>
          </p:cNvPr>
          <p:cNvSpPr/>
          <p:nvPr/>
        </p:nvSpPr>
        <p:spPr>
          <a:xfrm>
            <a:off x="7334654" y="1037195"/>
            <a:ext cx="228600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2BE745-2B9B-8A56-8B2E-1715B357DC6C}"/>
                  </a:ext>
                </a:extLst>
              </p:cNvPr>
              <p:cNvSpPr txBox="1"/>
              <p:nvPr/>
            </p:nvSpPr>
            <p:spPr>
              <a:xfrm>
                <a:off x="7258454" y="959030"/>
                <a:ext cx="152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2BE745-2B9B-8A56-8B2E-1715B357D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454" y="959030"/>
                <a:ext cx="152400" cy="338554"/>
              </a:xfrm>
              <a:prstGeom prst="rect">
                <a:avLst/>
              </a:prstGeom>
              <a:blipFill>
                <a:blip r:embed="rId5"/>
                <a:stretch>
                  <a:fillRect r="-1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C:\Users\ariya rayaneh\Desktop\power point\_5767135103154242180_121.jpg">
            <a:extLst>
              <a:ext uri="{FF2B5EF4-FFF2-40B4-BE49-F238E27FC236}">
                <a16:creationId xmlns:a16="http://schemas.microsoft.com/office/drawing/2014/main" id="{09D4258D-E952-30E1-610E-97BD8E8794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4" t="33194" r="15884" b="47194"/>
          <a:stretch/>
        </p:blipFill>
        <p:spPr bwMode="auto">
          <a:xfrm>
            <a:off x="4856233" y="3429000"/>
            <a:ext cx="3881367" cy="201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9DD62930-5AD3-FF43-BE5C-7BAADE010818}"/>
              </a:ext>
            </a:extLst>
          </p:cNvPr>
          <p:cNvSpPr/>
          <p:nvPr/>
        </p:nvSpPr>
        <p:spPr>
          <a:xfrm>
            <a:off x="7521038" y="5199253"/>
            <a:ext cx="212867" cy="2286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67703A-CFC8-1D00-44F8-2FA905404533}"/>
                  </a:ext>
                </a:extLst>
              </p:cNvPr>
              <p:cNvSpPr txBox="1"/>
              <p:nvPr/>
            </p:nvSpPr>
            <p:spPr>
              <a:xfrm>
                <a:off x="7439594" y="5121088"/>
                <a:ext cx="1419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67703A-CFC8-1D00-44F8-2FA90540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594" y="5121088"/>
                <a:ext cx="141911" cy="338554"/>
              </a:xfrm>
              <a:prstGeom prst="rect">
                <a:avLst/>
              </a:prstGeom>
              <a:blipFill>
                <a:blip r:embed="rId7"/>
                <a:stretch>
                  <a:fillRect r="-10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711B2C97-7BD6-9F1D-8BEA-32E06D747DD7}"/>
              </a:ext>
            </a:extLst>
          </p:cNvPr>
          <p:cNvSpPr/>
          <p:nvPr/>
        </p:nvSpPr>
        <p:spPr>
          <a:xfrm>
            <a:off x="224013" y="272755"/>
            <a:ext cx="8857034" cy="2456391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456391"/>
                      <a:gd name="connsiteX1" fmla="*/ 501899 w 8857034"/>
                      <a:gd name="connsiteY1" fmla="*/ 0 h 2456391"/>
                      <a:gd name="connsiteX2" fmla="*/ 1180938 w 8857034"/>
                      <a:gd name="connsiteY2" fmla="*/ 0 h 2456391"/>
                      <a:gd name="connsiteX3" fmla="*/ 1771407 w 8857034"/>
                      <a:gd name="connsiteY3" fmla="*/ 0 h 2456391"/>
                      <a:gd name="connsiteX4" fmla="*/ 2096165 w 8857034"/>
                      <a:gd name="connsiteY4" fmla="*/ 0 h 2456391"/>
                      <a:gd name="connsiteX5" fmla="*/ 2686634 w 8857034"/>
                      <a:gd name="connsiteY5" fmla="*/ 0 h 2456391"/>
                      <a:gd name="connsiteX6" fmla="*/ 3454243 w 8857034"/>
                      <a:gd name="connsiteY6" fmla="*/ 0 h 2456391"/>
                      <a:gd name="connsiteX7" fmla="*/ 3956142 w 8857034"/>
                      <a:gd name="connsiteY7" fmla="*/ 0 h 2456391"/>
                      <a:gd name="connsiteX8" fmla="*/ 4458040 w 8857034"/>
                      <a:gd name="connsiteY8" fmla="*/ 0 h 2456391"/>
                      <a:gd name="connsiteX9" fmla="*/ 4782798 w 8857034"/>
                      <a:gd name="connsiteY9" fmla="*/ 0 h 2456391"/>
                      <a:gd name="connsiteX10" fmla="*/ 5373267 w 8857034"/>
                      <a:gd name="connsiteY10" fmla="*/ 0 h 2456391"/>
                      <a:gd name="connsiteX11" fmla="*/ 6052307 w 8857034"/>
                      <a:gd name="connsiteY11" fmla="*/ 0 h 2456391"/>
                      <a:gd name="connsiteX12" fmla="*/ 6377064 w 8857034"/>
                      <a:gd name="connsiteY12" fmla="*/ 0 h 2456391"/>
                      <a:gd name="connsiteX13" fmla="*/ 6790393 w 8857034"/>
                      <a:gd name="connsiteY13" fmla="*/ 0 h 2456391"/>
                      <a:gd name="connsiteX14" fmla="*/ 7380862 w 8857034"/>
                      <a:gd name="connsiteY14" fmla="*/ 0 h 2456391"/>
                      <a:gd name="connsiteX15" fmla="*/ 8148471 w 8857034"/>
                      <a:gd name="connsiteY15" fmla="*/ 0 h 2456391"/>
                      <a:gd name="connsiteX16" fmla="*/ 8857034 w 8857034"/>
                      <a:gd name="connsiteY16" fmla="*/ 0 h 2456391"/>
                      <a:gd name="connsiteX17" fmla="*/ 8857034 w 8857034"/>
                      <a:gd name="connsiteY17" fmla="*/ 491278 h 2456391"/>
                      <a:gd name="connsiteX18" fmla="*/ 8857034 w 8857034"/>
                      <a:gd name="connsiteY18" fmla="*/ 1007120 h 2456391"/>
                      <a:gd name="connsiteX19" fmla="*/ 8857034 w 8857034"/>
                      <a:gd name="connsiteY19" fmla="*/ 1547526 h 2456391"/>
                      <a:gd name="connsiteX20" fmla="*/ 8857034 w 8857034"/>
                      <a:gd name="connsiteY20" fmla="*/ 2456391 h 2456391"/>
                      <a:gd name="connsiteX21" fmla="*/ 8355135 w 8857034"/>
                      <a:gd name="connsiteY21" fmla="*/ 2456391 h 2456391"/>
                      <a:gd name="connsiteX22" fmla="*/ 7941807 w 8857034"/>
                      <a:gd name="connsiteY22" fmla="*/ 2456391 h 2456391"/>
                      <a:gd name="connsiteX23" fmla="*/ 7439909 w 8857034"/>
                      <a:gd name="connsiteY23" fmla="*/ 2456391 h 2456391"/>
                      <a:gd name="connsiteX24" fmla="*/ 6672299 w 8857034"/>
                      <a:gd name="connsiteY24" fmla="*/ 2456391 h 2456391"/>
                      <a:gd name="connsiteX25" fmla="*/ 6170400 w 8857034"/>
                      <a:gd name="connsiteY25" fmla="*/ 2456391 h 2456391"/>
                      <a:gd name="connsiteX26" fmla="*/ 5491361 w 8857034"/>
                      <a:gd name="connsiteY26" fmla="*/ 2456391 h 2456391"/>
                      <a:gd name="connsiteX27" fmla="*/ 5166603 w 8857034"/>
                      <a:gd name="connsiteY27" fmla="*/ 2456391 h 2456391"/>
                      <a:gd name="connsiteX28" fmla="*/ 4841845 w 8857034"/>
                      <a:gd name="connsiteY28" fmla="*/ 2456391 h 2456391"/>
                      <a:gd name="connsiteX29" fmla="*/ 4428517 w 8857034"/>
                      <a:gd name="connsiteY29" fmla="*/ 2456391 h 2456391"/>
                      <a:gd name="connsiteX30" fmla="*/ 3660907 w 8857034"/>
                      <a:gd name="connsiteY30" fmla="*/ 2456391 h 2456391"/>
                      <a:gd name="connsiteX31" fmla="*/ 2893298 w 8857034"/>
                      <a:gd name="connsiteY31" fmla="*/ 2456391 h 2456391"/>
                      <a:gd name="connsiteX32" fmla="*/ 2214259 w 8857034"/>
                      <a:gd name="connsiteY32" fmla="*/ 2456391 h 2456391"/>
                      <a:gd name="connsiteX33" fmla="*/ 1535219 w 8857034"/>
                      <a:gd name="connsiteY33" fmla="*/ 2456391 h 2456391"/>
                      <a:gd name="connsiteX34" fmla="*/ 1121891 w 8857034"/>
                      <a:gd name="connsiteY34" fmla="*/ 2456391 h 2456391"/>
                      <a:gd name="connsiteX35" fmla="*/ 531422 w 8857034"/>
                      <a:gd name="connsiteY35" fmla="*/ 2456391 h 2456391"/>
                      <a:gd name="connsiteX36" fmla="*/ 0 w 8857034"/>
                      <a:gd name="connsiteY36" fmla="*/ 2456391 h 2456391"/>
                      <a:gd name="connsiteX37" fmla="*/ 0 w 8857034"/>
                      <a:gd name="connsiteY37" fmla="*/ 1915985 h 2456391"/>
                      <a:gd name="connsiteX38" fmla="*/ 0 w 8857034"/>
                      <a:gd name="connsiteY38" fmla="*/ 1473835 h 2456391"/>
                      <a:gd name="connsiteX39" fmla="*/ 0 w 8857034"/>
                      <a:gd name="connsiteY39" fmla="*/ 1056248 h 2456391"/>
                      <a:gd name="connsiteX40" fmla="*/ 0 w 8857034"/>
                      <a:gd name="connsiteY40" fmla="*/ 540406 h 2456391"/>
                      <a:gd name="connsiteX41" fmla="*/ 0 w 8857034"/>
                      <a:gd name="connsiteY41" fmla="*/ 0 h 245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456391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76750" y="162825"/>
                          <a:pt x="8841472" y="275571"/>
                          <a:pt x="8857034" y="491278"/>
                        </a:cubicBezTo>
                        <a:cubicBezTo>
                          <a:pt x="8872596" y="706985"/>
                          <a:pt x="8854775" y="887684"/>
                          <a:pt x="8857034" y="1007120"/>
                        </a:cubicBezTo>
                        <a:cubicBezTo>
                          <a:pt x="8859293" y="1126556"/>
                          <a:pt x="8796995" y="1375904"/>
                          <a:pt x="8857034" y="1547526"/>
                        </a:cubicBezTo>
                        <a:cubicBezTo>
                          <a:pt x="8917073" y="1719148"/>
                          <a:pt x="8786405" y="2090099"/>
                          <a:pt x="8857034" y="2456391"/>
                        </a:cubicBezTo>
                        <a:cubicBezTo>
                          <a:pt x="8660783" y="2476771"/>
                          <a:pt x="8554300" y="2452551"/>
                          <a:pt x="8355135" y="2456391"/>
                        </a:cubicBezTo>
                        <a:cubicBezTo>
                          <a:pt x="8155970" y="2460231"/>
                          <a:pt x="8141653" y="2441475"/>
                          <a:pt x="7941807" y="2456391"/>
                        </a:cubicBezTo>
                        <a:cubicBezTo>
                          <a:pt x="7741961" y="2471307"/>
                          <a:pt x="7572366" y="2419799"/>
                          <a:pt x="7439909" y="2456391"/>
                        </a:cubicBezTo>
                        <a:cubicBezTo>
                          <a:pt x="7307452" y="2492983"/>
                          <a:pt x="6904208" y="2378999"/>
                          <a:pt x="6672299" y="2456391"/>
                        </a:cubicBezTo>
                        <a:cubicBezTo>
                          <a:pt x="6440390" y="2533783"/>
                          <a:pt x="6398231" y="2412661"/>
                          <a:pt x="6170400" y="2456391"/>
                        </a:cubicBezTo>
                        <a:cubicBezTo>
                          <a:pt x="5942569" y="2500121"/>
                          <a:pt x="5786049" y="2435452"/>
                          <a:pt x="5491361" y="2456391"/>
                        </a:cubicBezTo>
                        <a:cubicBezTo>
                          <a:pt x="5196673" y="2477330"/>
                          <a:pt x="5298517" y="2441395"/>
                          <a:pt x="5166603" y="2456391"/>
                        </a:cubicBezTo>
                        <a:cubicBezTo>
                          <a:pt x="5034689" y="2471387"/>
                          <a:pt x="4945867" y="2424445"/>
                          <a:pt x="4841845" y="2456391"/>
                        </a:cubicBezTo>
                        <a:cubicBezTo>
                          <a:pt x="4737823" y="2488337"/>
                          <a:pt x="4520842" y="2412445"/>
                          <a:pt x="4428517" y="2456391"/>
                        </a:cubicBezTo>
                        <a:cubicBezTo>
                          <a:pt x="4336192" y="2500337"/>
                          <a:pt x="4025230" y="2392729"/>
                          <a:pt x="3660907" y="2456391"/>
                        </a:cubicBezTo>
                        <a:cubicBezTo>
                          <a:pt x="3296584" y="2520053"/>
                          <a:pt x="3101358" y="2410734"/>
                          <a:pt x="2893298" y="2456391"/>
                        </a:cubicBezTo>
                        <a:cubicBezTo>
                          <a:pt x="2685238" y="2502048"/>
                          <a:pt x="2366258" y="2418033"/>
                          <a:pt x="2214259" y="2456391"/>
                        </a:cubicBezTo>
                        <a:cubicBezTo>
                          <a:pt x="2062260" y="2494749"/>
                          <a:pt x="1816775" y="2431363"/>
                          <a:pt x="1535219" y="2456391"/>
                        </a:cubicBezTo>
                        <a:cubicBezTo>
                          <a:pt x="1253663" y="2481419"/>
                          <a:pt x="1302671" y="2414300"/>
                          <a:pt x="1121891" y="2456391"/>
                        </a:cubicBezTo>
                        <a:cubicBezTo>
                          <a:pt x="941111" y="2498482"/>
                          <a:pt x="724082" y="2439316"/>
                          <a:pt x="531422" y="2456391"/>
                        </a:cubicBezTo>
                        <a:cubicBezTo>
                          <a:pt x="338762" y="2473466"/>
                          <a:pt x="241924" y="2397556"/>
                          <a:pt x="0" y="2456391"/>
                        </a:cubicBezTo>
                        <a:cubicBezTo>
                          <a:pt x="-487" y="2244242"/>
                          <a:pt x="7225" y="2093044"/>
                          <a:pt x="0" y="1915985"/>
                        </a:cubicBezTo>
                        <a:cubicBezTo>
                          <a:pt x="-7225" y="1738926"/>
                          <a:pt x="27468" y="1620832"/>
                          <a:pt x="0" y="1473835"/>
                        </a:cubicBezTo>
                        <a:cubicBezTo>
                          <a:pt x="-27468" y="1326838"/>
                          <a:pt x="13817" y="1153324"/>
                          <a:pt x="0" y="1056248"/>
                        </a:cubicBezTo>
                        <a:cubicBezTo>
                          <a:pt x="-13817" y="959172"/>
                          <a:pt x="44098" y="670967"/>
                          <a:pt x="0" y="540406"/>
                        </a:cubicBezTo>
                        <a:cubicBezTo>
                          <a:pt x="-44098" y="409845"/>
                          <a:pt x="32086" y="188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B7DD7EC-14B1-5647-CAB6-DD05689E3AF8}"/>
              </a:ext>
            </a:extLst>
          </p:cNvPr>
          <p:cNvSpPr/>
          <p:nvPr/>
        </p:nvSpPr>
        <p:spPr>
          <a:xfrm>
            <a:off x="143483" y="3255260"/>
            <a:ext cx="8857034" cy="2692144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692144"/>
                      <a:gd name="connsiteX1" fmla="*/ 501899 w 8857034"/>
                      <a:gd name="connsiteY1" fmla="*/ 0 h 2692144"/>
                      <a:gd name="connsiteX2" fmla="*/ 1180938 w 8857034"/>
                      <a:gd name="connsiteY2" fmla="*/ 0 h 2692144"/>
                      <a:gd name="connsiteX3" fmla="*/ 1771407 w 8857034"/>
                      <a:gd name="connsiteY3" fmla="*/ 0 h 2692144"/>
                      <a:gd name="connsiteX4" fmla="*/ 2096165 w 8857034"/>
                      <a:gd name="connsiteY4" fmla="*/ 0 h 2692144"/>
                      <a:gd name="connsiteX5" fmla="*/ 2686634 w 8857034"/>
                      <a:gd name="connsiteY5" fmla="*/ 0 h 2692144"/>
                      <a:gd name="connsiteX6" fmla="*/ 3454243 w 8857034"/>
                      <a:gd name="connsiteY6" fmla="*/ 0 h 2692144"/>
                      <a:gd name="connsiteX7" fmla="*/ 3956142 w 8857034"/>
                      <a:gd name="connsiteY7" fmla="*/ 0 h 2692144"/>
                      <a:gd name="connsiteX8" fmla="*/ 4458040 w 8857034"/>
                      <a:gd name="connsiteY8" fmla="*/ 0 h 2692144"/>
                      <a:gd name="connsiteX9" fmla="*/ 4782798 w 8857034"/>
                      <a:gd name="connsiteY9" fmla="*/ 0 h 2692144"/>
                      <a:gd name="connsiteX10" fmla="*/ 5373267 w 8857034"/>
                      <a:gd name="connsiteY10" fmla="*/ 0 h 2692144"/>
                      <a:gd name="connsiteX11" fmla="*/ 6052307 w 8857034"/>
                      <a:gd name="connsiteY11" fmla="*/ 0 h 2692144"/>
                      <a:gd name="connsiteX12" fmla="*/ 6377064 w 8857034"/>
                      <a:gd name="connsiteY12" fmla="*/ 0 h 2692144"/>
                      <a:gd name="connsiteX13" fmla="*/ 6790393 w 8857034"/>
                      <a:gd name="connsiteY13" fmla="*/ 0 h 2692144"/>
                      <a:gd name="connsiteX14" fmla="*/ 7380862 w 8857034"/>
                      <a:gd name="connsiteY14" fmla="*/ 0 h 2692144"/>
                      <a:gd name="connsiteX15" fmla="*/ 8148471 w 8857034"/>
                      <a:gd name="connsiteY15" fmla="*/ 0 h 2692144"/>
                      <a:gd name="connsiteX16" fmla="*/ 8857034 w 8857034"/>
                      <a:gd name="connsiteY16" fmla="*/ 0 h 2692144"/>
                      <a:gd name="connsiteX17" fmla="*/ 8857034 w 8857034"/>
                      <a:gd name="connsiteY17" fmla="*/ 538429 h 2692144"/>
                      <a:gd name="connsiteX18" fmla="*/ 8857034 w 8857034"/>
                      <a:gd name="connsiteY18" fmla="*/ 1103779 h 2692144"/>
                      <a:gd name="connsiteX19" fmla="*/ 8857034 w 8857034"/>
                      <a:gd name="connsiteY19" fmla="*/ 1696051 h 2692144"/>
                      <a:gd name="connsiteX20" fmla="*/ 8857034 w 8857034"/>
                      <a:gd name="connsiteY20" fmla="*/ 2692144 h 2692144"/>
                      <a:gd name="connsiteX21" fmla="*/ 8355135 w 8857034"/>
                      <a:gd name="connsiteY21" fmla="*/ 2692144 h 2692144"/>
                      <a:gd name="connsiteX22" fmla="*/ 7941807 w 8857034"/>
                      <a:gd name="connsiteY22" fmla="*/ 2692144 h 2692144"/>
                      <a:gd name="connsiteX23" fmla="*/ 7439909 w 8857034"/>
                      <a:gd name="connsiteY23" fmla="*/ 2692144 h 2692144"/>
                      <a:gd name="connsiteX24" fmla="*/ 6672299 w 8857034"/>
                      <a:gd name="connsiteY24" fmla="*/ 2692144 h 2692144"/>
                      <a:gd name="connsiteX25" fmla="*/ 6170400 w 8857034"/>
                      <a:gd name="connsiteY25" fmla="*/ 2692144 h 2692144"/>
                      <a:gd name="connsiteX26" fmla="*/ 5491361 w 8857034"/>
                      <a:gd name="connsiteY26" fmla="*/ 2692144 h 2692144"/>
                      <a:gd name="connsiteX27" fmla="*/ 5166603 w 8857034"/>
                      <a:gd name="connsiteY27" fmla="*/ 2692144 h 2692144"/>
                      <a:gd name="connsiteX28" fmla="*/ 4841845 w 8857034"/>
                      <a:gd name="connsiteY28" fmla="*/ 2692144 h 2692144"/>
                      <a:gd name="connsiteX29" fmla="*/ 4428517 w 8857034"/>
                      <a:gd name="connsiteY29" fmla="*/ 2692144 h 2692144"/>
                      <a:gd name="connsiteX30" fmla="*/ 3660907 w 8857034"/>
                      <a:gd name="connsiteY30" fmla="*/ 2692144 h 2692144"/>
                      <a:gd name="connsiteX31" fmla="*/ 2893298 w 8857034"/>
                      <a:gd name="connsiteY31" fmla="*/ 2692144 h 2692144"/>
                      <a:gd name="connsiteX32" fmla="*/ 2214259 w 8857034"/>
                      <a:gd name="connsiteY32" fmla="*/ 2692144 h 2692144"/>
                      <a:gd name="connsiteX33" fmla="*/ 1535219 w 8857034"/>
                      <a:gd name="connsiteY33" fmla="*/ 2692144 h 2692144"/>
                      <a:gd name="connsiteX34" fmla="*/ 1121891 w 8857034"/>
                      <a:gd name="connsiteY34" fmla="*/ 2692144 h 2692144"/>
                      <a:gd name="connsiteX35" fmla="*/ 531422 w 8857034"/>
                      <a:gd name="connsiteY35" fmla="*/ 2692144 h 2692144"/>
                      <a:gd name="connsiteX36" fmla="*/ 0 w 8857034"/>
                      <a:gd name="connsiteY36" fmla="*/ 2692144 h 2692144"/>
                      <a:gd name="connsiteX37" fmla="*/ 0 w 8857034"/>
                      <a:gd name="connsiteY37" fmla="*/ 2099872 h 2692144"/>
                      <a:gd name="connsiteX38" fmla="*/ 0 w 8857034"/>
                      <a:gd name="connsiteY38" fmla="*/ 1615286 h 2692144"/>
                      <a:gd name="connsiteX39" fmla="*/ 0 w 8857034"/>
                      <a:gd name="connsiteY39" fmla="*/ 1157622 h 2692144"/>
                      <a:gd name="connsiteX40" fmla="*/ 0 w 8857034"/>
                      <a:gd name="connsiteY40" fmla="*/ 592272 h 2692144"/>
                      <a:gd name="connsiteX41" fmla="*/ 0 w 8857034"/>
                      <a:gd name="connsiteY41" fmla="*/ 0 h 2692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692144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68034" y="265404"/>
                          <a:pt x="8846969" y="396829"/>
                          <a:pt x="8857034" y="538429"/>
                        </a:cubicBezTo>
                        <a:cubicBezTo>
                          <a:pt x="8867099" y="680029"/>
                          <a:pt x="8836299" y="895846"/>
                          <a:pt x="8857034" y="1103779"/>
                        </a:cubicBezTo>
                        <a:cubicBezTo>
                          <a:pt x="8877769" y="1311712"/>
                          <a:pt x="8839252" y="1426637"/>
                          <a:pt x="8857034" y="1696051"/>
                        </a:cubicBezTo>
                        <a:cubicBezTo>
                          <a:pt x="8874816" y="1965465"/>
                          <a:pt x="8842773" y="2267951"/>
                          <a:pt x="8857034" y="2692144"/>
                        </a:cubicBezTo>
                        <a:cubicBezTo>
                          <a:pt x="8660783" y="2712524"/>
                          <a:pt x="8554300" y="2688304"/>
                          <a:pt x="8355135" y="2692144"/>
                        </a:cubicBezTo>
                        <a:cubicBezTo>
                          <a:pt x="8155970" y="2695984"/>
                          <a:pt x="8141653" y="2677228"/>
                          <a:pt x="7941807" y="2692144"/>
                        </a:cubicBezTo>
                        <a:cubicBezTo>
                          <a:pt x="7741961" y="2707060"/>
                          <a:pt x="7572366" y="2655552"/>
                          <a:pt x="7439909" y="2692144"/>
                        </a:cubicBezTo>
                        <a:cubicBezTo>
                          <a:pt x="7307452" y="2728736"/>
                          <a:pt x="6904208" y="2614752"/>
                          <a:pt x="6672299" y="2692144"/>
                        </a:cubicBezTo>
                        <a:cubicBezTo>
                          <a:pt x="6440390" y="2769536"/>
                          <a:pt x="6398231" y="2648414"/>
                          <a:pt x="6170400" y="2692144"/>
                        </a:cubicBezTo>
                        <a:cubicBezTo>
                          <a:pt x="5942569" y="2735874"/>
                          <a:pt x="5786049" y="2671205"/>
                          <a:pt x="5491361" y="2692144"/>
                        </a:cubicBezTo>
                        <a:cubicBezTo>
                          <a:pt x="5196673" y="2713083"/>
                          <a:pt x="5298517" y="2677148"/>
                          <a:pt x="5166603" y="2692144"/>
                        </a:cubicBezTo>
                        <a:cubicBezTo>
                          <a:pt x="5034689" y="2707140"/>
                          <a:pt x="4945867" y="2660198"/>
                          <a:pt x="4841845" y="2692144"/>
                        </a:cubicBezTo>
                        <a:cubicBezTo>
                          <a:pt x="4737823" y="2724090"/>
                          <a:pt x="4520842" y="2648198"/>
                          <a:pt x="4428517" y="2692144"/>
                        </a:cubicBezTo>
                        <a:cubicBezTo>
                          <a:pt x="4336192" y="2736090"/>
                          <a:pt x="4025230" y="2628482"/>
                          <a:pt x="3660907" y="2692144"/>
                        </a:cubicBezTo>
                        <a:cubicBezTo>
                          <a:pt x="3296584" y="2755806"/>
                          <a:pt x="3101358" y="2646487"/>
                          <a:pt x="2893298" y="2692144"/>
                        </a:cubicBezTo>
                        <a:cubicBezTo>
                          <a:pt x="2685238" y="2737801"/>
                          <a:pt x="2366258" y="2653786"/>
                          <a:pt x="2214259" y="2692144"/>
                        </a:cubicBezTo>
                        <a:cubicBezTo>
                          <a:pt x="2062260" y="2730502"/>
                          <a:pt x="1816775" y="2667116"/>
                          <a:pt x="1535219" y="2692144"/>
                        </a:cubicBezTo>
                        <a:cubicBezTo>
                          <a:pt x="1253663" y="2717172"/>
                          <a:pt x="1302671" y="2650053"/>
                          <a:pt x="1121891" y="2692144"/>
                        </a:cubicBezTo>
                        <a:cubicBezTo>
                          <a:pt x="941111" y="2734235"/>
                          <a:pt x="724082" y="2675069"/>
                          <a:pt x="531422" y="2692144"/>
                        </a:cubicBezTo>
                        <a:cubicBezTo>
                          <a:pt x="338762" y="2709219"/>
                          <a:pt x="241924" y="2633309"/>
                          <a:pt x="0" y="2692144"/>
                        </a:cubicBezTo>
                        <a:cubicBezTo>
                          <a:pt x="-37626" y="2454810"/>
                          <a:pt x="20259" y="2254191"/>
                          <a:pt x="0" y="2099872"/>
                        </a:cubicBezTo>
                        <a:cubicBezTo>
                          <a:pt x="-20259" y="1945553"/>
                          <a:pt x="7553" y="1823039"/>
                          <a:pt x="0" y="1615286"/>
                        </a:cubicBezTo>
                        <a:cubicBezTo>
                          <a:pt x="-7553" y="1407533"/>
                          <a:pt x="34453" y="1250943"/>
                          <a:pt x="0" y="1157622"/>
                        </a:cubicBezTo>
                        <a:cubicBezTo>
                          <a:pt x="-34453" y="1064301"/>
                          <a:pt x="27118" y="810453"/>
                          <a:pt x="0" y="592272"/>
                        </a:cubicBezTo>
                        <a:cubicBezTo>
                          <a:pt x="-27118" y="374091"/>
                          <a:pt x="24061" y="2854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F32D00-BB7A-82C3-8406-154AF4B5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 descr="C:\Users\ariya rayaneh\Desktop\power point\_5767135103154242180_121.jpg">
            <a:extLst>
              <a:ext uri="{FF2B5EF4-FFF2-40B4-BE49-F238E27FC236}">
                <a16:creationId xmlns:a16="http://schemas.microsoft.com/office/drawing/2014/main" id="{7C85D684-41CB-778F-131F-FD5A3AB470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35" t="37875" r="3306" b="31171"/>
          <a:stretch/>
        </p:blipFill>
        <p:spPr bwMode="auto">
          <a:xfrm>
            <a:off x="6887963" y="304800"/>
            <a:ext cx="1897674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C79D901-491E-08C1-B45C-EEAF78285657}"/>
              </a:ext>
            </a:extLst>
          </p:cNvPr>
          <p:cNvSpPr/>
          <p:nvPr/>
        </p:nvSpPr>
        <p:spPr>
          <a:xfrm>
            <a:off x="8305800" y="1192014"/>
            <a:ext cx="184562" cy="14310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493698-0EC3-2793-EF0F-3E2F1E4833CF}"/>
                  </a:ext>
                </a:extLst>
              </p:cNvPr>
              <p:cNvSpPr txBox="1"/>
              <p:nvPr/>
            </p:nvSpPr>
            <p:spPr>
              <a:xfrm>
                <a:off x="939800" y="399227"/>
                <a:ext cx="4191000" cy="1962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𝑜𝑢𝑡</m:t>
                              </m:r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𝐽𝑤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</m:t>
                          </m:r>
                          <m: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)+</m:t>
                      </m:r>
                      <m:f>
                        <m:fPr>
                          <m:ctrlPr>
                            <a:rPr lang="en-US" sz="1800" i="1" kern="10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i="1" kern="1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n-US" sz="1800" kern="100" dirty="0"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</m:t>
                          </m:r>
                        </m:sub>
                      </m:sSub>
                      <m:r>
                        <a:rPr lang="en-US" sz="1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𝐽𝑤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𝐽𝑤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Arial" panose="020B0604020202020204" pitchFamily="3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493698-0EC3-2793-EF0F-3E2F1E483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99227"/>
                <a:ext cx="4191000" cy="19629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2496DB-8E83-1F04-29C2-9A5563AEE969}"/>
                  </a:ext>
                </a:extLst>
              </p:cNvPr>
              <p:cNvSpPr txBox="1"/>
              <p:nvPr/>
            </p:nvSpPr>
            <p:spPr>
              <a:xfrm>
                <a:off x="571500" y="2336800"/>
                <a:ext cx="7880762" cy="1210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𝐽𝑤</m:t>
                            </m:r>
                            <m:sSub>
                              <m:sSub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fa-I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+ 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+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)(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) 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6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+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𝐽𝑤</m:t>
                            </m:r>
                            <m:sSub>
                              <m:sSub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  <m:r>
                      <a:rPr lang="fa-IR" sz="2000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sz="2000" kern="100" dirty="0">
                    <a:solidFill>
                      <a:schemeClr val="tx1"/>
                    </a:solidFill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𝐽𝑤</m:t>
                            </m:r>
                            <m:sSub>
                              <m:sSub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  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+ 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+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 </m:t>
                            </m:r>
                          </m:num>
                          <m:den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 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)</m:t>
                            </m:r>
                          </m:den>
                        </m:f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𝜔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+ 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𝐽𝑤</m:t>
                            </m:r>
                            <m:sSub>
                              <m:sSub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2496DB-8E83-1F04-29C2-9A5563AEE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336800"/>
                <a:ext cx="7880762" cy="12103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91DB95-446A-5A51-0CED-B41C949643B4}"/>
                  </a:ext>
                </a:extLst>
              </p:cNvPr>
              <p:cNvSpPr txBox="1"/>
              <p:nvPr/>
            </p:nvSpPr>
            <p:spPr>
              <a:xfrm>
                <a:off x="2895600" y="3855544"/>
                <a:ext cx="3810000" cy="693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fa-I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</a:rPr>
                          <m:t> + 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91DB95-446A-5A51-0CED-B41C94964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855544"/>
                <a:ext cx="3810000" cy="693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273B0-A85F-5E00-FF26-065FE768F1A2}"/>
                  </a:ext>
                </a:extLst>
              </p:cNvPr>
              <p:cNvSpPr txBox="1"/>
              <p:nvPr/>
            </p:nvSpPr>
            <p:spPr>
              <a:xfrm>
                <a:off x="1905000" y="4953000"/>
                <a:ext cx="5791200" cy="722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  <m:r>
                            <a:rPr lang="fa-IR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a-I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a-I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a-I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a-I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a-I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a-I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a-IR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273B0-A85F-5E00-FF26-065FE768F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953000"/>
                <a:ext cx="5791200" cy="7229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09CA62C-9F48-8D70-B091-5246D9125973}"/>
              </a:ext>
            </a:extLst>
          </p:cNvPr>
          <p:cNvSpPr/>
          <p:nvPr/>
        </p:nvSpPr>
        <p:spPr>
          <a:xfrm>
            <a:off x="143483" y="136525"/>
            <a:ext cx="8857034" cy="5810879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  <a:extLst>
              <a:ext uri="{C807C97D-BFC1-408E-A445-0C87EB9F89A2}">
                <ask:lineSketchStyleProps xmlns:ask="http://schemas.microsoft.com/office/drawing/2018/sketchyshapes" sd="3907646045">
                  <a:custGeom>
                    <a:avLst/>
                    <a:gdLst>
                      <a:gd name="connsiteX0" fmla="*/ 0 w 8857034"/>
                      <a:gd name="connsiteY0" fmla="*/ 0 h 2692144"/>
                      <a:gd name="connsiteX1" fmla="*/ 501899 w 8857034"/>
                      <a:gd name="connsiteY1" fmla="*/ 0 h 2692144"/>
                      <a:gd name="connsiteX2" fmla="*/ 1180938 w 8857034"/>
                      <a:gd name="connsiteY2" fmla="*/ 0 h 2692144"/>
                      <a:gd name="connsiteX3" fmla="*/ 1771407 w 8857034"/>
                      <a:gd name="connsiteY3" fmla="*/ 0 h 2692144"/>
                      <a:gd name="connsiteX4" fmla="*/ 2096165 w 8857034"/>
                      <a:gd name="connsiteY4" fmla="*/ 0 h 2692144"/>
                      <a:gd name="connsiteX5" fmla="*/ 2686634 w 8857034"/>
                      <a:gd name="connsiteY5" fmla="*/ 0 h 2692144"/>
                      <a:gd name="connsiteX6" fmla="*/ 3454243 w 8857034"/>
                      <a:gd name="connsiteY6" fmla="*/ 0 h 2692144"/>
                      <a:gd name="connsiteX7" fmla="*/ 3956142 w 8857034"/>
                      <a:gd name="connsiteY7" fmla="*/ 0 h 2692144"/>
                      <a:gd name="connsiteX8" fmla="*/ 4458040 w 8857034"/>
                      <a:gd name="connsiteY8" fmla="*/ 0 h 2692144"/>
                      <a:gd name="connsiteX9" fmla="*/ 4782798 w 8857034"/>
                      <a:gd name="connsiteY9" fmla="*/ 0 h 2692144"/>
                      <a:gd name="connsiteX10" fmla="*/ 5373267 w 8857034"/>
                      <a:gd name="connsiteY10" fmla="*/ 0 h 2692144"/>
                      <a:gd name="connsiteX11" fmla="*/ 6052307 w 8857034"/>
                      <a:gd name="connsiteY11" fmla="*/ 0 h 2692144"/>
                      <a:gd name="connsiteX12" fmla="*/ 6377064 w 8857034"/>
                      <a:gd name="connsiteY12" fmla="*/ 0 h 2692144"/>
                      <a:gd name="connsiteX13" fmla="*/ 6790393 w 8857034"/>
                      <a:gd name="connsiteY13" fmla="*/ 0 h 2692144"/>
                      <a:gd name="connsiteX14" fmla="*/ 7380862 w 8857034"/>
                      <a:gd name="connsiteY14" fmla="*/ 0 h 2692144"/>
                      <a:gd name="connsiteX15" fmla="*/ 8148471 w 8857034"/>
                      <a:gd name="connsiteY15" fmla="*/ 0 h 2692144"/>
                      <a:gd name="connsiteX16" fmla="*/ 8857034 w 8857034"/>
                      <a:gd name="connsiteY16" fmla="*/ 0 h 2692144"/>
                      <a:gd name="connsiteX17" fmla="*/ 8857034 w 8857034"/>
                      <a:gd name="connsiteY17" fmla="*/ 538429 h 2692144"/>
                      <a:gd name="connsiteX18" fmla="*/ 8857034 w 8857034"/>
                      <a:gd name="connsiteY18" fmla="*/ 1103779 h 2692144"/>
                      <a:gd name="connsiteX19" fmla="*/ 8857034 w 8857034"/>
                      <a:gd name="connsiteY19" fmla="*/ 1696051 h 2692144"/>
                      <a:gd name="connsiteX20" fmla="*/ 8857034 w 8857034"/>
                      <a:gd name="connsiteY20" fmla="*/ 2692144 h 2692144"/>
                      <a:gd name="connsiteX21" fmla="*/ 8355135 w 8857034"/>
                      <a:gd name="connsiteY21" fmla="*/ 2692144 h 2692144"/>
                      <a:gd name="connsiteX22" fmla="*/ 7941807 w 8857034"/>
                      <a:gd name="connsiteY22" fmla="*/ 2692144 h 2692144"/>
                      <a:gd name="connsiteX23" fmla="*/ 7439909 w 8857034"/>
                      <a:gd name="connsiteY23" fmla="*/ 2692144 h 2692144"/>
                      <a:gd name="connsiteX24" fmla="*/ 6672299 w 8857034"/>
                      <a:gd name="connsiteY24" fmla="*/ 2692144 h 2692144"/>
                      <a:gd name="connsiteX25" fmla="*/ 6170400 w 8857034"/>
                      <a:gd name="connsiteY25" fmla="*/ 2692144 h 2692144"/>
                      <a:gd name="connsiteX26" fmla="*/ 5491361 w 8857034"/>
                      <a:gd name="connsiteY26" fmla="*/ 2692144 h 2692144"/>
                      <a:gd name="connsiteX27" fmla="*/ 5166603 w 8857034"/>
                      <a:gd name="connsiteY27" fmla="*/ 2692144 h 2692144"/>
                      <a:gd name="connsiteX28" fmla="*/ 4841845 w 8857034"/>
                      <a:gd name="connsiteY28" fmla="*/ 2692144 h 2692144"/>
                      <a:gd name="connsiteX29" fmla="*/ 4428517 w 8857034"/>
                      <a:gd name="connsiteY29" fmla="*/ 2692144 h 2692144"/>
                      <a:gd name="connsiteX30" fmla="*/ 3660907 w 8857034"/>
                      <a:gd name="connsiteY30" fmla="*/ 2692144 h 2692144"/>
                      <a:gd name="connsiteX31" fmla="*/ 2893298 w 8857034"/>
                      <a:gd name="connsiteY31" fmla="*/ 2692144 h 2692144"/>
                      <a:gd name="connsiteX32" fmla="*/ 2214259 w 8857034"/>
                      <a:gd name="connsiteY32" fmla="*/ 2692144 h 2692144"/>
                      <a:gd name="connsiteX33" fmla="*/ 1535219 w 8857034"/>
                      <a:gd name="connsiteY33" fmla="*/ 2692144 h 2692144"/>
                      <a:gd name="connsiteX34" fmla="*/ 1121891 w 8857034"/>
                      <a:gd name="connsiteY34" fmla="*/ 2692144 h 2692144"/>
                      <a:gd name="connsiteX35" fmla="*/ 531422 w 8857034"/>
                      <a:gd name="connsiteY35" fmla="*/ 2692144 h 2692144"/>
                      <a:gd name="connsiteX36" fmla="*/ 0 w 8857034"/>
                      <a:gd name="connsiteY36" fmla="*/ 2692144 h 2692144"/>
                      <a:gd name="connsiteX37" fmla="*/ 0 w 8857034"/>
                      <a:gd name="connsiteY37" fmla="*/ 2099872 h 2692144"/>
                      <a:gd name="connsiteX38" fmla="*/ 0 w 8857034"/>
                      <a:gd name="connsiteY38" fmla="*/ 1615286 h 2692144"/>
                      <a:gd name="connsiteX39" fmla="*/ 0 w 8857034"/>
                      <a:gd name="connsiteY39" fmla="*/ 1157622 h 2692144"/>
                      <a:gd name="connsiteX40" fmla="*/ 0 w 8857034"/>
                      <a:gd name="connsiteY40" fmla="*/ 592272 h 2692144"/>
                      <a:gd name="connsiteX41" fmla="*/ 0 w 8857034"/>
                      <a:gd name="connsiteY41" fmla="*/ 0 h 2692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857034" h="2692144" extrusionOk="0">
                        <a:moveTo>
                          <a:pt x="0" y="0"/>
                        </a:moveTo>
                        <a:cubicBezTo>
                          <a:pt x="219677" y="-23237"/>
                          <a:pt x="326413" y="24652"/>
                          <a:pt x="501899" y="0"/>
                        </a:cubicBezTo>
                        <a:cubicBezTo>
                          <a:pt x="677385" y="-24652"/>
                          <a:pt x="865178" y="6481"/>
                          <a:pt x="1180938" y="0"/>
                        </a:cubicBezTo>
                        <a:cubicBezTo>
                          <a:pt x="1496698" y="-6481"/>
                          <a:pt x="1531367" y="2242"/>
                          <a:pt x="1771407" y="0"/>
                        </a:cubicBezTo>
                        <a:cubicBezTo>
                          <a:pt x="2011447" y="-2242"/>
                          <a:pt x="1979722" y="12736"/>
                          <a:pt x="2096165" y="0"/>
                        </a:cubicBezTo>
                        <a:cubicBezTo>
                          <a:pt x="2212608" y="-12736"/>
                          <a:pt x="2500268" y="43526"/>
                          <a:pt x="2686634" y="0"/>
                        </a:cubicBezTo>
                        <a:cubicBezTo>
                          <a:pt x="2873000" y="-43526"/>
                          <a:pt x="3205920" y="32813"/>
                          <a:pt x="3454243" y="0"/>
                        </a:cubicBezTo>
                        <a:cubicBezTo>
                          <a:pt x="3702566" y="-32813"/>
                          <a:pt x="3707609" y="45353"/>
                          <a:pt x="3956142" y="0"/>
                        </a:cubicBezTo>
                        <a:cubicBezTo>
                          <a:pt x="4204675" y="-45353"/>
                          <a:pt x="4285223" y="15813"/>
                          <a:pt x="4458040" y="0"/>
                        </a:cubicBezTo>
                        <a:cubicBezTo>
                          <a:pt x="4630857" y="-15813"/>
                          <a:pt x="4658849" y="2809"/>
                          <a:pt x="4782798" y="0"/>
                        </a:cubicBezTo>
                        <a:cubicBezTo>
                          <a:pt x="4906747" y="-2809"/>
                          <a:pt x="5147941" y="58642"/>
                          <a:pt x="5373267" y="0"/>
                        </a:cubicBezTo>
                        <a:cubicBezTo>
                          <a:pt x="5598593" y="-58642"/>
                          <a:pt x="5798468" y="33712"/>
                          <a:pt x="6052307" y="0"/>
                        </a:cubicBezTo>
                        <a:cubicBezTo>
                          <a:pt x="6306146" y="-33712"/>
                          <a:pt x="6256704" y="13481"/>
                          <a:pt x="6377064" y="0"/>
                        </a:cubicBezTo>
                        <a:cubicBezTo>
                          <a:pt x="6497424" y="-13481"/>
                          <a:pt x="6668576" y="24296"/>
                          <a:pt x="6790393" y="0"/>
                        </a:cubicBezTo>
                        <a:cubicBezTo>
                          <a:pt x="6912210" y="-24296"/>
                          <a:pt x="7140173" y="60685"/>
                          <a:pt x="7380862" y="0"/>
                        </a:cubicBezTo>
                        <a:cubicBezTo>
                          <a:pt x="7621551" y="-60685"/>
                          <a:pt x="7829788" y="43623"/>
                          <a:pt x="8148471" y="0"/>
                        </a:cubicBezTo>
                        <a:cubicBezTo>
                          <a:pt x="8467154" y="-43623"/>
                          <a:pt x="8714925" y="7365"/>
                          <a:pt x="8857034" y="0"/>
                        </a:cubicBezTo>
                        <a:cubicBezTo>
                          <a:pt x="8868034" y="265404"/>
                          <a:pt x="8846969" y="396829"/>
                          <a:pt x="8857034" y="538429"/>
                        </a:cubicBezTo>
                        <a:cubicBezTo>
                          <a:pt x="8867099" y="680029"/>
                          <a:pt x="8836299" y="895846"/>
                          <a:pt x="8857034" y="1103779"/>
                        </a:cubicBezTo>
                        <a:cubicBezTo>
                          <a:pt x="8877769" y="1311712"/>
                          <a:pt x="8839252" y="1426637"/>
                          <a:pt x="8857034" y="1696051"/>
                        </a:cubicBezTo>
                        <a:cubicBezTo>
                          <a:pt x="8874816" y="1965465"/>
                          <a:pt x="8842773" y="2267951"/>
                          <a:pt x="8857034" y="2692144"/>
                        </a:cubicBezTo>
                        <a:cubicBezTo>
                          <a:pt x="8660783" y="2712524"/>
                          <a:pt x="8554300" y="2688304"/>
                          <a:pt x="8355135" y="2692144"/>
                        </a:cubicBezTo>
                        <a:cubicBezTo>
                          <a:pt x="8155970" y="2695984"/>
                          <a:pt x="8141653" y="2677228"/>
                          <a:pt x="7941807" y="2692144"/>
                        </a:cubicBezTo>
                        <a:cubicBezTo>
                          <a:pt x="7741961" y="2707060"/>
                          <a:pt x="7572366" y="2655552"/>
                          <a:pt x="7439909" y="2692144"/>
                        </a:cubicBezTo>
                        <a:cubicBezTo>
                          <a:pt x="7307452" y="2728736"/>
                          <a:pt x="6904208" y="2614752"/>
                          <a:pt x="6672299" y="2692144"/>
                        </a:cubicBezTo>
                        <a:cubicBezTo>
                          <a:pt x="6440390" y="2769536"/>
                          <a:pt x="6398231" y="2648414"/>
                          <a:pt x="6170400" y="2692144"/>
                        </a:cubicBezTo>
                        <a:cubicBezTo>
                          <a:pt x="5942569" y="2735874"/>
                          <a:pt x="5786049" y="2671205"/>
                          <a:pt x="5491361" y="2692144"/>
                        </a:cubicBezTo>
                        <a:cubicBezTo>
                          <a:pt x="5196673" y="2713083"/>
                          <a:pt x="5298517" y="2677148"/>
                          <a:pt x="5166603" y="2692144"/>
                        </a:cubicBezTo>
                        <a:cubicBezTo>
                          <a:pt x="5034689" y="2707140"/>
                          <a:pt x="4945867" y="2660198"/>
                          <a:pt x="4841845" y="2692144"/>
                        </a:cubicBezTo>
                        <a:cubicBezTo>
                          <a:pt x="4737823" y="2724090"/>
                          <a:pt x="4520842" y="2648198"/>
                          <a:pt x="4428517" y="2692144"/>
                        </a:cubicBezTo>
                        <a:cubicBezTo>
                          <a:pt x="4336192" y="2736090"/>
                          <a:pt x="4025230" y="2628482"/>
                          <a:pt x="3660907" y="2692144"/>
                        </a:cubicBezTo>
                        <a:cubicBezTo>
                          <a:pt x="3296584" y="2755806"/>
                          <a:pt x="3101358" y="2646487"/>
                          <a:pt x="2893298" y="2692144"/>
                        </a:cubicBezTo>
                        <a:cubicBezTo>
                          <a:pt x="2685238" y="2737801"/>
                          <a:pt x="2366258" y="2653786"/>
                          <a:pt x="2214259" y="2692144"/>
                        </a:cubicBezTo>
                        <a:cubicBezTo>
                          <a:pt x="2062260" y="2730502"/>
                          <a:pt x="1816775" y="2667116"/>
                          <a:pt x="1535219" y="2692144"/>
                        </a:cubicBezTo>
                        <a:cubicBezTo>
                          <a:pt x="1253663" y="2717172"/>
                          <a:pt x="1302671" y="2650053"/>
                          <a:pt x="1121891" y="2692144"/>
                        </a:cubicBezTo>
                        <a:cubicBezTo>
                          <a:pt x="941111" y="2734235"/>
                          <a:pt x="724082" y="2675069"/>
                          <a:pt x="531422" y="2692144"/>
                        </a:cubicBezTo>
                        <a:cubicBezTo>
                          <a:pt x="338762" y="2709219"/>
                          <a:pt x="241924" y="2633309"/>
                          <a:pt x="0" y="2692144"/>
                        </a:cubicBezTo>
                        <a:cubicBezTo>
                          <a:pt x="-37626" y="2454810"/>
                          <a:pt x="20259" y="2254191"/>
                          <a:pt x="0" y="2099872"/>
                        </a:cubicBezTo>
                        <a:cubicBezTo>
                          <a:pt x="-20259" y="1945553"/>
                          <a:pt x="7553" y="1823039"/>
                          <a:pt x="0" y="1615286"/>
                        </a:cubicBezTo>
                        <a:cubicBezTo>
                          <a:pt x="-7553" y="1407533"/>
                          <a:pt x="34453" y="1250943"/>
                          <a:pt x="0" y="1157622"/>
                        </a:cubicBezTo>
                        <a:cubicBezTo>
                          <a:pt x="-34453" y="1064301"/>
                          <a:pt x="27118" y="810453"/>
                          <a:pt x="0" y="592272"/>
                        </a:cubicBezTo>
                        <a:cubicBezTo>
                          <a:pt x="-27118" y="374091"/>
                          <a:pt x="24061" y="2854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77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5FCC5D-64DD-BBA7-4DE9-2E356784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536ACF6-D559-9D24-EED2-801EFEEFE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7318"/>
            <a:ext cx="9144000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78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8D733-1C78-E0F2-1E71-65B0C260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7B69F76-574F-346D-68E5-2BBD89FC7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4462"/>
            <a:ext cx="91440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6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890516" y="3888740"/>
            <a:ext cx="7362968" cy="2725420"/>
          </a:xfrm>
        </p:spPr>
        <p:txBody>
          <a:bodyPr>
            <a:normAutofit/>
          </a:bodyPr>
          <a:lstStyle/>
          <a:p>
            <a:r>
              <a:rPr lang="fa-IR" dirty="0">
                <a:solidFill>
                  <a:schemeClr val="tx1"/>
                </a:solidFill>
              </a:rPr>
              <a:t>پایان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riya rayaneh\Desktop\power point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2" y="521017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riya rayaneh\Desktop\power point\downloa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5048250"/>
            <a:ext cx="1616529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52400" y="152400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18" name="Rectangle 17"/>
          <p:cNvSpPr/>
          <p:nvPr/>
        </p:nvSpPr>
        <p:spPr>
          <a:xfrm rot="5400000">
            <a:off x="978783" y="-673984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19" name="Rectangle 18"/>
          <p:cNvSpPr/>
          <p:nvPr/>
        </p:nvSpPr>
        <p:spPr>
          <a:xfrm rot="5400000">
            <a:off x="8065384" y="5764917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20" name="Rectangle 19"/>
          <p:cNvSpPr/>
          <p:nvPr/>
        </p:nvSpPr>
        <p:spPr>
          <a:xfrm rot="10800000">
            <a:off x="8891767" y="4938533"/>
            <a:ext cx="45719" cy="16984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02E68-5BEE-46FE-9F54-D39B540E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AC45-947B-44DC-9766-C2EC00A6953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1802</TotalTime>
  <Words>1051</Words>
  <Application>Microsoft Office PowerPoint</Application>
  <PresentationFormat>On-screen Show (4:3)</PresentationFormat>
  <Paragraphs>144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B Nazanin</vt:lpstr>
      <vt:lpstr>Calibri</vt:lpstr>
      <vt:lpstr>Cambria Math</vt:lpstr>
      <vt:lpstr>Office Theme</vt:lpstr>
      <vt:lpstr>پروژه مدار های الکتریکی (1)  نام استاد : دکتر افضلیان</vt:lpstr>
      <vt:lpstr>PowerPoint Presentation</vt:lpstr>
      <vt:lpstr>شماتیک مدار</vt:lpstr>
      <vt:lpstr>پاسخ ورودی صفر</vt:lpstr>
      <vt:lpstr>PowerPoint Presentation</vt:lpstr>
      <vt:lpstr>PowerPoint Presentation</vt:lpstr>
      <vt:lpstr>PowerPoint Presentation</vt:lpstr>
      <vt:lpstr>پاسخ ورودی پلّه</vt:lpstr>
      <vt:lpstr>PowerPoint Presentation</vt:lpstr>
      <vt:lpstr>PowerPoint Presentation</vt:lpstr>
      <vt:lpstr>PowerPoint Presentation</vt:lpstr>
      <vt:lpstr>پاسخ ضربه</vt:lpstr>
      <vt:lpstr>معادلات حالت</vt:lpstr>
      <vt:lpstr>PowerPoint Presentation</vt:lpstr>
      <vt:lpstr>PowerPoint Presentation</vt:lpstr>
      <vt:lpstr>PowerPoint Presentation</vt:lpstr>
      <vt:lpstr> حالت دایمی سینوسی </vt:lpstr>
      <vt:lpstr>PowerPoint Presentation</vt:lpstr>
      <vt:lpstr>PowerPoint Presentation</vt:lpstr>
      <vt:lpstr>امپدانس و ادمیتانس دیده شده از دو سر منبع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RePack by Diakov</dc:creator>
  <cp:lastModifiedBy>Kyarash Memare</cp:lastModifiedBy>
  <cp:revision>45</cp:revision>
  <dcterms:created xsi:type="dcterms:W3CDTF">2024-06-29T15:55:05Z</dcterms:created>
  <dcterms:modified xsi:type="dcterms:W3CDTF">2024-07-02T02:18:46Z</dcterms:modified>
</cp:coreProperties>
</file>